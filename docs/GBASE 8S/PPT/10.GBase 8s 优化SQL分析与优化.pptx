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custom-properties+xml" PartName="/docProps/custom.xml"/>
  <Override ContentType="application/vnd.openxmlformats-officedocument.presentationml.handoutMaster+xml" PartName="/ppt/handoutMasters/handoutMaster1.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notesSlide+xml" PartName="/ppt/notesSlides/notesSlide27.xml"/>
  <Override ContentType="application/vnd.openxmlformats-officedocument.presentationml.notesSlide+xml" PartName="/ppt/notesSlides/notesSlide28.xml"/>
  <Override ContentType="application/vnd.openxmlformats-officedocument.presentationml.notesSlide+xml" PartName="/ppt/notesSlides/notesSlide29.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3.xml"/>
  <Override ContentType="application/vnd.openxmlformats-officedocument.presentationml.slideLayout+xml" PartName="/ppt/slideLayouts/slideLayout14.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app.xml" Type="http://schemas.openxmlformats.org/officeDocument/2006/relationships/extended-properties"/><Relationship Id="rId3" Target="docProps/core.xml" Type="http://schemas.openxmlformats.org/package/2006/relationships/metadata/core-properties"/><Relationship Id="rId4" Target="docProps/thumbnail.jpeg" Type="http://schemas.openxmlformats.org/package/2006/relationships/metadata/thumbnail"/><Relationship Id="rId5" Target="docProps/custom.xml" Type="http://schemas.openxmlformats.org/officeDocument/2006/relationships/custom-properties"/></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38"/>
  </p:handoutMasterIdLst>
  <p:sldIdLst>
    <p:sldId id="560" r:id="rId3"/>
    <p:sldId id="409" r:id="rId5"/>
    <p:sldId id="651" r:id="rId6"/>
    <p:sldId id="338" r:id="rId7"/>
    <p:sldId id="339" r:id="rId8"/>
    <p:sldId id="340" r:id="rId9"/>
    <p:sldId id="341" r:id="rId10"/>
    <p:sldId id="749" r:id="rId11"/>
    <p:sldId id="461" r:id="rId12"/>
    <p:sldId id="462" r:id="rId13"/>
    <p:sldId id="463" r:id="rId14"/>
    <p:sldId id="464" r:id="rId15"/>
    <p:sldId id="465" r:id="rId16"/>
    <p:sldId id="466" r:id="rId17"/>
    <p:sldId id="467" r:id="rId18"/>
    <p:sldId id="468" r:id="rId19"/>
    <p:sldId id="469" r:id="rId20"/>
    <p:sldId id="750" r:id="rId21"/>
    <p:sldId id="343" r:id="rId22"/>
    <p:sldId id="344" r:id="rId23"/>
    <p:sldId id="345" r:id="rId24"/>
    <p:sldId id="346" r:id="rId25"/>
    <p:sldId id="347" r:id="rId26"/>
    <p:sldId id="348" r:id="rId27"/>
    <p:sldId id="349" r:id="rId28"/>
    <p:sldId id="350" r:id="rId29"/>
    <p:sldId id="351" r:id="rId30"/>
    <p:sldId id="352" r:id="rId31"/>
    <p:sldId id="353" r:id="rId32"/>
    <p:sldId id="354" r:id="rId33"/>
    <p:sldId id="407" r:id="rId34"/>
    <p:sldId id="488" r:id="rId35"/>
    <p:sldId id="313" r:id="rId36"/>
    <p:sldId id="564" r:id="rId37"/>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88" autoAdjust="0"/>
    <p:restoredTop sz="81240" autoAdjust="0"/>
  </p:normalViewPr>
  <p:slideViewPr>
    <p:cSldViewPr>
      <p:cViewPr varScale="1">
        <p:scale>
          <a:sx n="48" d="100"/>
          <a:sy n="48" d="100"/>
        </p:scale>
        <p:origin x="1732" y="24"/>
      </p:cViewPr>
      <p:guideLst>
        <p:guide orient="horz" pos="2268"/>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7.xml" Type="http://schemas.openxmlformats.org/officeDocument/2006/relationships/slide"/><Relationship Id="rId11" Target="slides/slide8.xml" Type="http://schemas.openxmlformats.org/officeDocument/2006/relationships/slide"/><Relationship Id="rId12" Target="slides/slide9.xml" Type="http://schemas.openxmlformats.org/officeDocument/2006/relationships/slide"/><Relationship Id="rId13" Target="slides/slide10.xml" Type="http://schemas.openxmlformats.org/officeDocument/2006/relationships/slide"/><Relationship Id="rId14" Target="slides/slide11.xml" Type="http://schemas.openxmlformats.org/officeDocument/2006/relationships/slide"/><Relationship Id="rId15" Target="slides/slide12.xml" Type="http://schemas.openxmlformats.org/officeDocument/2006/relationships/slide"/><Relationship Id="rId16" Target="slides/slide13.xml" Type="http://schemas.openxmlformats.org/officeDocument/2006/relationships/slide"/><Relationship Id="rId17" Target="slides/slide14.xml" Type="http://schemas.openxmlformats.org/officeDocument/2006/relationships/slide"/><Relationship Id="rId18" Target="slides/slide15.xml" Type="http://schemas.openxmlformats.org/officeDocument/2006/relationships/slide"/><Relationship Id="rId19" Target="slides/slide16.xml" Type="http://schemas.openxmlformats.org/officeDocument/2006/relationships/slide"/><Relationship Id="rId2" Target="theme/theme1.xml" Type="http://schemas.openxmlformats.org/officeDocument/2006/relationships/theme"/><Relationship Id="rId20" Target="slides/slide17.xml" Type="http://schemas.openxmlformats.org/officeDocument/2006/relationships/slide"/><Relationship Id="rId21" Target="slides/slide18.xml" Type="http://schemas.openxmlformats.org/officeDocument/2006/relationships/slide"/><Relationship Id="rId22" Target="slides/slide19.xml" Type="http://schemas.openxmlformats.org/officeDocument/2006/relationships/slide"/><Relationship Id="rId23" Target="slides/slide20.xml" Type="http://schemas.openxmlformats.org/officeDocument/2006/relationships/slide"/><Relationship Id="rId24" Target="slides/slide21.xml" Type="http://schemas.openxmlformats.org/officeDocument/2006/relationships/slide"/><Relationship Id="rId25" Target="slides/slide22.xml" Type="http://schemas.openxmlformats.org/officeDocument/2006/relationships/slide"/><Relationship Id="rId26" Target="slides/slide23.xml" Type="http://schemas.openxmlformats.org/officeDocument/2006/relationships/slide"/><Relationship Id="rId27" Target="slides/slide24.xml" Type="http://schemas.openxmlformats.org/officeDocument/2006/relationships/slide"/><Relationship Id="rId28" Target="slides/slide25.xml" Type="http://schemas.openxmlformats.org/officeDocument/2006/relationships/slide"/><Relationship Id="rId29" Target="slides/slide26.xml" Type="http://schemas.openxmlformats.org/officeDocument/2006/relationships/slide"/><Relationship Id="rId3" Target="slides/slide1.xml" Type="http://schemas.openxmlformats.org/officeDocument/2006/relationships/slide"/><Relationship Id="rId30" Target="slides/slide27.xml" Type="http://schemas.openxmlformats.org/officeDocument/2006/relationships/slide"/><Relationship Id="rId31" Target="slides/slide28.xml" Type="http://schemas.openxmlformats.org/officeDocument/2006/relationships/slide"/><Relationship Id="rId32" Target="slides/slide29.xml" Type="http://schemas.openxmlformats.org/officeDocument/2006/relationships/slide"/><Relationship Id="rId33" Target="slides/slide30.xml" Type="http://schemas.openxmlformats.org/officeDocument/2006/relationships/slide"/><Relationship Id="rId34" Target="slides/slide31.xml" Type="http://schemas.openxmlformats.org/officeDocument/2006/relationships/slide"/><Relationship Id="rId35" Target="slides/slide32.xml" Type="http://schemas.openxmlformats.org/officeDocument/2006/relationships/slide"/><Relationship Id="rId36" Target="slides/slide33.xml" Type="http://schemas.openxmlformats.org/officeDocument/2006/relationships/slide"/><Relationship Id="rId37" Target="slides/slide34.xml" Type="http://schemas.openxmlformats.org/officeDocument/2006/relationships/slide"/><Relationship Id="rId38" Target="handoutMasters/handoutMaster1.xml" Type="http://schemas.openxmlformats.org/officeDocument/2006/relationships/handoutMaster"/><Relationship Id="rId39" Target="presProps.xml" Type="http://schemas.openxmlformats.org/officeDocument/2006/relationships/presProps"/><Relationship Id="rId4" Target="notesMasters/notesMaster1.xml" Type="http://schemas.openxmlformats.org/officeDocument/2006/relationships/notesMaster"/><Relationship Id="rId40" Target="viewProps.xml" Type="http://schemas.openxmlformats.org/officeDocument/2006/relationships/viewProps"/><Relationship Id="rId41" Target="tableStyles.xml" Type="http://schemas.openxmlformats.org/officeDocument/2006/relationships/tableStyles"/><Relationship Id="rId5" Target="slides/slide2.xml" Type="http://schemas.openxmlformats.org/officeDocument/2006/relationships/slide"/><Relationship Id="rId6" Target="slides/slide3.xml" Type="http://schemas.openxmlformats.org/officeDocument/2006/relationships/slide"/><Relationship Id="rId7" Target="slides/slide4.xml" Type="http://schemas.openxmlformats.org/officeDocument/2006/relationships/slide"/><Relationship Id="rId8" Target="slides/slide5.xml" Type="http://schemas.openxmlformats.org/officeDocument/2006/relationships/slide"/><Relationship Id="rId9" Target="slides/slide6.xml" Type="http://schemas.openxmlformats.org/officeDocument/2006/relationships/slide"/></Relationships>
</file>

<file path=ppt/handoutMasters/_rels/handoutMaster1.xml.rels><?xml version="1.0" encoding="UTF-8" standalone="yes"?><Relationships xmlns="http://schemas.openxmlformats.org/package/2006/relationships"><Relationship Id="rId1" Target="../theme/theme3.xml" Type="http://schemas.openxmlformats.org/officeDocument/2006/relationships/theme"/></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02536A4-BB56-4108-BA0A-789BBA181D69}"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D1F99C1-2F03-423B-8BB7-3231BA162917}" type="slidenum">
              <a:rPr lang="zh-CN" altLang="en-US" smtClean="0"/>
            </a:fld>
            <a:endParaRPr lang="zh-CN" altLang="en-US"/>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90471CB-B536-4836-A58C-088592C7BD92}"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681EDF9-887E-4317-82C6-85814C8A9540}" type="slidenum">
              <a:rPr lang="zh-CN" altLang="en-US" smtClean="0"/>
            </a:fld>
            <a:endParaRPr lang="zh-CN" altLang="en-US"/>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slides/slide1.xml" Type="http://schemas.openxmlformats.org/officeDocument/2006/relationships/slide"/><Relationship Id="rId2" Target="../notesMasters/notesMaster1.xml" Type="http://schemas.openxmlformats.org/officeDocument/2006/relationships/notesMaster"/></Relationships>
</file>

<file path=ppt/notesSlides/_rels/notesSlide2.xml.rels><?xml version="1.0" encoding="UTF-8" standalone="yes"?><Relationships xmlns="http://schemas.openxmlformats.org/package/2006/relationships"><Relationship Id="rId1" Target="../slides/slide3.xml" Type="http://schemas.openxmlformats.org/officeDocument/2006/relationships/slide"/><Relationship Id="rId2" Target="../notesMasters/notesMaster1.xml" Type="http://schemas.openxmlformats.org/officeDocument/2006/relationships/notesMaster"/></Relationships>
</file>

<file path=ppt/notesSlides/_rels/notesSlide3.xml.rels><?xml version="1.0" encoding="UTF-8" standalone="yes"?><Relationships xmlns="http://schemas.openxmlformats.org/package/2006/relationships"><Relationship Id="rId1" Target="../slides/slide4.xml" Type="http://schemas.openxmlformats.org/officeDocument/2006/relationships/slide"/><Relationship Id="rId2" Target="../notesMasters/notesMaster1.xml" Type="http://schemas.openxmlformats.org/officeDocument/2006/relationships/notesMaster"/></Relationships>
</file>

<file path=ppt/notesSlides/_rels/notesSlide4.xml.rels><?xml version="1.0" encoding="UTF-8" standalone="yes"?><Relationships xmlns="http://schemas.openxmlformats.org/package/2006/relationships"><Relationship Id="rId1" Target="../slides/slide5.xml" Type="http://schemas.openxmlformats.org/officeDocument/2006/relationships/slide"/><Relationship Id="rId2" Target="../notesMasters/notesMaster1.xml" Type="http://schemas.openxmlformats.org/officeDocument/2006/relationships/notesMaster"/></Relationships>
</file>

<file path=ppt/notesSlides/_rels/notesSlide5.xml.rels><?xml version="1.0" encoding="UTF-8" standalone="yes"?><Relationships xmlns="http://schemas.openxmlformats.org/package/2006/relationships"><Relationship Id="rId1" Target="../slides/slide6.xml" Type="http://schemas.openxmlformats.org/officeDocument/2006/relationships/slide"/><Relationship Id="rId2" Target="../notesMasters/notesMaster1.xml" Type="http://schemas.openxmlformats.org/officeDocument/2006/relationships/notesMaster"/></Relationships>
</file>

<file path=ppt/notesSlides/_rels/notesSlide6.xml.rels><?xml version="1.0" encoding="UTF-8" standalone="yes"?><Relationships xmlns="http://schemas.openxmlformats.org/package/2006/relationships"><Relationship Id="rId1" Target="../slides/slide7.xml" Type="http://schemas.openxmlformats.org/officeDocument/2006/relationships/slide"/><Relationship Id="rId2" Target="../notesMasters/notesMaster1.xml" Type="http://schemas.openxmlformats.org/officeDocument/2006/relationships/notesMaster"/></Relationships>
</file>

<file path=ppt/notesSlides/_rels/notesSlide7.xml.rels><?xml version="1.0" encoding="UTF-8" standalone="yes"?><Relationships xmlns="http://schemas.openxmlformats.org/package/2006/relationships"><Relationship Id="rId1" Target="../slides/slide8.xml" Type="http://schemas.openxmlformats.org/officeDocument/2006/relationships/slide"/><Relationship Id="rId2" Target="../notesMasters/notesMaster1.xml" Type="http://schemas.openxmlformats.org/officeDocument/2006/relationships/notesMaster"/></Relationships>
</file>

<file path=ppt/notesSlides/_rels/notesSlide8.xml.rels><?xml version="1.0" encoding="UTF-8" standalone="yes"?><Relationships xmlns="http://schemas.openxmlformats.org/package/2006/relationships"><Relationship Id="rId1" Target="../slides/slide9.xml" Type="http://schemas.openxmlformats.org/officeDocument/2006/relationships/slide"/><Relationship Id="rId2" Target="../notesMasters/notesMaster1.xml" Type="http://schemas.openxmlformats.org/officeDocument/2006/relationships/notesMaster"/></Relationships>
</file>

<file path=ppt/notesSlides/_rels/notesSlide9.xml.rels><?xml version="1.0" encoding="UTF-8" standalone="yes"?><Relationships xmlns="http://schemas.openxmlformats.org/package/2006/relationships"><Relationship Id="rId1" Target="../slides/slide10.xml" Type="http://schemas.openxmlformats.org/officeDocument/2006/relationships/slide"/><Relationship Id="rId2" Target="../notesMasters/notesMaster1.xml" Type="http://schemas.openxmlformats.org/officeDocument/2006/relationships/notesMaster"/></Relationships>
</file>

<file path=ppt/notesSlides/_rels/notesSlide10.xml.rels><?xml version="1.0" encoding="UTF-8" standalone="yes"?><Relationships xmlns="http://schemas.openxmlformats.org/package/2006/relationships"><Relationship Id="rId1" Target="../slides/slide11.xml" Type="http://schemas.openxmlformats.org/officeDocument/2006/relationships/slide"/><Relationship Id="rId2" Target="../notesMasters/notesMaster1.xml" Type="http://schemas.openxmlformats.org/officeDocument/2006/relationships/notesMaster"/></Relationships>
</file>

<file path=ppt/notesSlides/_rels/notesSlide11.xml.rels><?xml version="1.0" encoding="UTF-8" standalone="yes"?><Relationships xmlns="http://schemas.openxmlformats.org/package/2006/relationships"><Relationship Id="rId1" Target="../slides/slide12.xml" Type="http://schemas.openxmlformats.org/officeDocument/2006/relationships/slide"/><Relationship Id="rId2" Target="../notesMasters/notesMaster1.xml" Type="http://schemas.openxmlformats.org/officeDocument/2006/relationships/notesMaster"/></Relationships>
</file>

<file path=ppt/notesSlides/_rels/notesSlide12.xml.rels><?xml version="1.0" encoding="UTF-8" standalone="yes"?><Relationships xmlns="http://schemas.openxmlformats.org/package/2006/relationships"><Relationship Id="rId1" Target="../slides/slide13.xml" Type="http://schemas.openxmlformats.org/officeDocument/2006/relationships/slide"/><Relationship Id="rId2" Target="../notesMasters/notesMaster1.xml" Type="http://schemas.openxmlformats.org/officeDocument/2006/relationships/notesMaster"/></Relationships>
</file>

<file path=ppt/notesSlides/_rels/notesSlide13.xml.rels><?xml version="1.0" encoding="UTF-8" standalone="yes"?><Relationships xmlns="http://schemas.openxmlformats.org/package/2006/relationships"><Relationship Id="rId1" Target="../slides/slide14.xml" Type="http://schemas.openxmlformats.org/officeDocument/2006/relationships/slide"/><Relationship Id="rId2" Target="../notesMasters/notesMaster1.xml" Type="http://schemas.openxmlformats.org/officeDocument/2006/relationships/notesMaster"/></Relationships>
</file>

<file path=ppt/notesSlides/_rels/notesSlide14.xml.rels><?xml version="1.0" encoding="UTF-8" standalone="yes"?><Relationships xmlns="http://schemas.openxmlformats.org/package/2006/relationships"><Relationship Id="rId1" Target="../slides/slide15.xml" Type="http://schemas.openxmlformats.org/officeDocument/2006/relationships/slide"/><Relationship Id="rId2" Target="../notesMasters/notesMaster1.xml" Type="http://schemas.openxmlformats.org/officeDocument/2006/relationships/notesMaster"/></Relationships>
</file>

<file path=ppt/notesSlides/_rels/notesSlide15.xml.rels><?xml version="1.0" encoding="UTF-8" standalone="yes"?><Relationships xmlns="http://schemas.openxmlformats.org/package/2006/relationships"><Relationship Id="rId1" Target="../slides/slide16.xml" Type="http://schemas.openxmlformats.org/officeDocument/2006/relationships/slide"/><Relationship Id="rId2" Target="../notesMasters/notesMaster1.xml" Type="http://schemas.openxmlformats.org/officeDocument/2006/relationships/notesMaster"/></Relationships>
</file>

<file path=ppt/notesSlides/_rels/notesSlide16.xml.rels><?xml version="1.0" encoding="UTF-8" standalone="yes"?><Relationships xmlns="http://schemas.openxmlformats.org/package/2006/relationships"><Relationship Id="rId1" Target="../slides/slide18.xml" Type="http://schemas.openxmlformats.org/officeDocument/2006/relationships/slide"/><Relationship Id="rId2" Target="../notesMasters/notesMaster1.xml" Type="http://schemas.openxmlformats.org/officeDocument/2006/relationships/notesMaster"/></Relationships>
</file>

<file path=ppt/notesSlides/_rels/notesSlide17.xml.rels><?xml version="1.0" encoding="UTF-8" standalone="yes"?><Relationships xmlns="http://schemas.openxmlformats.org/package/2006/relationships"><Relationship Id="rId1" Target="../slides/slide19.xml" Type="http://schemas.openxmlformats.org/officeDocument/2006/relationships/slide"/><Relationship Id="rId2" Target="../notesMasters/notesMaster1.xml" Type="http://schemas.openxmlformats.org/officeDocument/2006/relationships/notesMaster"/><Relationship Id="rId3" Target="http://publib.boulder.ibm.com/infocenter/idshelp/v10/topic/com.ibm.sqlr.doc/sqlrmst02.htm" TargetMode="External" Type="http://schemas.openxmlformats.org/officeDocument/2006/relationships/hyperlink"/><Relationship Id="rId4" Target="http://publib.boulder.ibm.com/infocenter/idshelp/v10/topic/com.ibm.sqlr.doc/sqlrmst138.htm" TargetMode="External" Type="http://schemas.openxmlformats.org/officeDocument/2006/relationships/hyperlink"/></Relationships>
</file>

<file path=ppt/notesSlides/_rels/notesSlide18.xml.rels><?xml version="1.0" encoding="UTF-8" standalone="yes"?><Relationships xmlns="http://schemas.openxmlformats.org/package/2006/relationships"><Relationship Id="rId1" Target="../slides/slide20.xml" Type="http://schemas.openxmlformats.org/officeDocument/2006/relationships/slide"/><Relationship Id="rId2" Target="../notesMasters/notesMaster1.xml" Type="http://schemas.openxmlformats.org/officeDocument/2006/relationships/notesMaster"/></Relationships>
</file>

<file path=ppt/notesSlides/_rels/notesSlide19.xml.rels><?xml version="1.0" encoding="UTF-8" standalone="yes"?><Relationships xmlns="http://schemas.openxmlformats.org/package/2006/relationships"><Relationship Id="rId1" Target="../slides/slide21.xml" Type="http://schemas.openxmlformats.org/officeDocument/2006/relationships/slide"/><Relationship Id="rId2" Target="../notesMasters/notesMaster1.xml" Type="http://schemas.openxmlformats.org/officeDocument/2006/relationships/notesMaster"/></Relationships>
</file>

<file path=ppt/notesSlides/_rels/notesSlide20.xml.rels><?xml version="1.0" encoding="UTF-8" standalone="yes"?><Relationships xmlns="http://schemas.openxmlformats.org/package/2006/relationships"><Relationship Id="rId1" Target="../slides/slide22.xml" Type="http://schemas.openxmlformats.org/officeDocument/2006/relationships/slide"/><Relationship Id="rId2" Target="../notesMasters/notesMaster1.xml" Type="http://schemas.openxmlformats.org/officeDocument/2006/relationships/notesMaster"/></Relationships>
</file>

<file path=ppt/notesSlides/_rels/notesSlide21.xml.rels><?xml version="1.0" encoding="UTF-8" standalone="yes"?><Relationships xmlns="http://schemas.openxmlformats.org/package/2006/relationships"><Relationship Id="rId1" Target="../slides/slide23.xml" Type="http://schemas.openxmlformats.org/officeDocument/2006/relationships/slide"/><Relationship Id="rId2" Target="../notesMasters/notesMaster1.xml" Type="http://schemas.openxmlformats.org/officeDocument/2006/relationships/notesMaster"/></Relationships>
</file>

<file path=ppt/notesSlides/_rels/notesSlide22.xml.rels><?xml version="1.0" encoding="UTF-8" standalone="yes"?><Relationships xmlns="http://schemas.openxmlformats.org/package/2006/relationships"><Relationship Id="rId1" Target="../slides/slide24.xml" Type="http://schemas.openxmlformats.org/officeDocument/2006/relationships/slide"/><Relationship Id="rId2" Target="../notesMasters/notesMaster1.xml" Type="http://schemas.openxmlformats.org/officeDocument/2006/relationships/notesMaster"/></Relationships>
</file>

<file path=ppt/notesSlides/_rels/notesSlide23.xml.rels><?xml version="1.0" encoding="UTF-8" standalone="yes"?><Relationships xmlns="http://schemas.openxmlformats.org/package/2006/relationships"><Relationship Id="rId1" Target="../slides/slide25.xml" Type="http://schemas.openxmlformats.org/officeDocument/2006/relationships/slide"/><Relationship Id="rId2" Target="../notesMasters/notesMaster1.xml" Type="http://schemas.openxmlformats.org/officeDocument/2006/relationships/notesMaster"/></Relationships>
</file>

<file path=ppt/notesSlides/_rels/notesSlide24.xml.rels><?xml version="1.0" encoding="UTF-8" standalone="yes"?><Relationships xmlns="http://schemas.openxmlformats.org/package/2006/relationships"><Relationship Id="rId1" Target="../slides/slide26.xml" Type="http://schemas.openxmlformats.org/officeDocument/2006/relationships/slide"/><Relationship Id="rId2" Target="../notesMasters/notesMaster1.xml" Type="http://schemas.openxmlformats.org/officeDocument/2006/relationships/notesMaster"/></Relationships>
</file>

<file path=ppt/notesSlides/_rels/notesSlide25.xml.rels><?xml version="1.0" encoding="UTF-8" standalone="yes"?><Relationships xmlns="http://schemas.openxmlformats.org/package/2006/relationships"><Relationship Id="rId1" Target="../slides/slide27.xml" Type="http://schemas.openxmlformats.org/officeDocument/2006/relationships/slide"/><Relationship Id="rId2" Target="../notesMasters/notesMaster1.xml" Type="http://schemas.openxmlformats.org/officeDocument/2006/relationships/notesMaster"/></Relationships>
</file>

<file path=ppt/notesSlides/_rels/notesSlide26.xml.rels><?xml version="1.0" encoding="UTF-8" standalone="yes"?><Relationships xmlns="http://schemas.openxmlformats.org/package/2006/relationships"><Relationship Id="rId1" Target="../slides/slide28.xml" Type="http://schemas.openxmlformats.org/officeDocument/2006/relationships/slide"/><Relationship Id="rId2" Target="../notesMasters/notesMaster1.xml" Type="http://schemas.openxmlformats.org/officeDocument/2006/relationships/notesMaster"/></Relationships>
</file>

<file path=ppt/notesSlides/_rels/notesSlide27.xml.rels><?xml version="1.0" encoding="UTF-8" standalone="yes"?><Relationships xmlns="http://schemas.openxmlformats.org/package/2006/relationships"><Relationship Id="rId1" Target="../slides/slide29.xml" Type="http://schemas.openxmlformats.org/officeDocument/2006/relationships/slide"/><Relationship Id="rId2" Target="../notesMasters/notesMaster1.xml" Type="http://schemas.openxmlformats.org/officeDocument/2006/relationships/notesMaster"/></Relationships>
</file>

<file path=ppt/notesSlides/_rels/notesSlide28.xml.rels><?xml version="1.0" encoding="UTF-8" standalone="yes"?><Relationships xmlns="http://schemas.openxmlformats.org/package/2006/relationships"><Relationship Id="rId1" Target="../slides/slide31.xml" Type="http://schemas.openxmlformats.org/officeDocument/2006/relationships/slide"/><Relationship Id="rId2" Target="../notesMasters/notesMaster1.xml" Type="http://schemas.openxmlformats.org/officeDocument/2006/relationships/notesMaster"/></Relationships>
</file>

<file path=ppt/notesSlides/_rels/notesSlide29.xml.rels><?xml version="1.0" encoding="UTF-8" standalone="yes"?><Relationships xmlns="http://schemas.openxmlformats.org/package/2006/relationships"><Relationship Id="rId1" Target="../slides/slide32.xml" Type="http://schemas.openxmlformats.org/officeDocument/2006/relationships/slide"/><Relationship Id="rId2" Target="../notesMasters/notesMaster1.xml" Type="http://schemas.openxmlformats.org/officeDocument/2006/relationships/notesMaster"/></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DBE37BB2-1C9F-4549-B3D3-DCA3B7002F1F}"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p:txBody>
          <a:bodyPr/>
          <a:lstStyle/>
          <a:p>
            <a:pPr>
              <a:defRPr/>
            </a:pPr>
            <a:fld id="{0931C7CD-9700-422F-91E2-443E203E6DF9}" type="slidenum">
              <a:rPr lang="en-US" altLang="zh-CN">
                <a:solidFill>
                  <a:prstClr val="black"/>
                </a:solidFill>
              </a:rPr>
            </a:fld>
            <a:endParaRPr lang="en-US" altLang="zh-CN">
              <a:solidFill>
                <a:prstClr val="black"/>
              </a:solidFill>
            </a:endParaRPr>
          </a:p>
        </p:txBody>
      </p:sp>
      <p:sp>
        <p:nvSpPr>
          <p:cNvPr id="135171" name="Rectangle 1026"/>
          <p:cNvSpPr>
            <a:spLocks noGrp="1" noRot="1" noChangeAspect="1" noChangeArrowheads="1" noTextEdit="1"/>
          </p:cNvSpPr>
          <p:nvPr>
            <p:ph type="sldImg"/>
          </p:nvPr>
        </p:nvSpPr>
        <p:spPr/>
      </p:sp>
      <p:sp>
        <p:nvSpPr>
          <p:cNvPr id="135172" name="Rectangle 1027"/>
          <p:cNvSpPr>
            <a:spLocks noGrp="1" noChangeArrowheads="1"/>
          </p:cNvSpPr>
          <p:nvPr>
            <p:ph type="body" idx="1"/>
          </p:nvPr>
        </p:nvSpPr>
        <p:spPr>
          <a:noFill/>
        </p:spPr>
        <p:txBody>
          <a:bodyPr/>
          <a:lstStyle/>
          <a:p>
            <a:pPr eaLnBrk="1" hangingPunct="1"/>
            <a:r>
              <a:rPr lang="zh-CN" altLang="en-GB" dirty="0">
                <a:latin typeface="Arial" panose="020B0604020202020204" pitchFamily="34" charset="0"/>
              </a:rPr>
              <a:t>从最基础的数据类型开始讲起</a:t>
            </a:r>
            <a:endParaRPr lang="zh-CN" altLang="en-GB" dirty="0">
              <a:latin typeface="Arial" panose="020B0604020202020204" pitchFamily="34" charset="0"/>
            </a:endParaRPr>
          </a:p>
          <a:p>
            <a:pPr eaLnBrk="1" hangingPunct="1"/>
            <a:r>
              <a:rPr lang="zh-CN" altLang="en-GB" dirty="0">
                <a:latin typeface="Arial" panose="020B0604020202020204" pitchFamily="34" charset="0"/>
              </a:rPr>
              <a:t>然后第二小节  就是</a:t>
            </a:r>
            <a:r>
              <a:rPr lang="en-US" altLang="zh-CN" dirty="0">
                <a:latin typeface="Arial" panose="020B0604020202020204" pitchFamily="34" charset="0"/>
              </a:rPr>
              <a:t>DCL</a:t>
            </a:r>
            <a:endParaRPr lang="en-US" altLang="zh-CN" dirty="0">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7"/>
          <p:cNvSpPr txBox="1">
            <a:spLocks noGrp="1" noChangeArrowheads="1"/>
          </p:cNvSpPr>
          <p:nvPr/>
        </p:nvSpPr>
        <p:spPr bwMode="auto">
          <a:xfrm>
            <a:off x="3884027" y="8686488"/>
            <a:ext cx="2972421" cy="455951"/>
          </a:xfrm>
          <a:prstGeom prst="rect">
            <a:avLst/>
          </a:prstGeom>
          <a:noFill/>
          <a:ln>
            <a:noFill/>
          </a:ln>
        </p:spPr>
        <p:txBody>
          <a:bodyPr lIns="91421" tIns="45710" rIns="91421" bIns="45710" anchor="b"/>
          <a:lstStyle>
            <a:lvl1pPr defTabSz="931545"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1pPr>
            <a:lvl2pPr marL="742950" indent="-285750" defTabSz="931545"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2pPr>
            <a:lvl3pPr marL="1143000" indent="-228600" defTabSz="931545"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3pPr>
            <a:lvl4pPr marL="1600200" indent="-228600" defTabSz="931545"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4pPr>
            <a:lvl5pPr marL="2057400" indent="-228600" defTabSz="931545"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5pPr>
            <a:lvl6pPr marL="2514600" indent="-228600" defTabSz="931545"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6pPr>
            <a:lvl7pPr marL="2971800" indent="-228600" defTabSz="931545"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7pPr>
            <a:lvl8pPr marL="3429000" indent="-228600" defTabSz="931545"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8pPr>
            <a:lvl9pPr marL="3886200" indent="-228600" defTabSz="931545"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9pPr>
          </a:lstStyle>
          <a:p>
            <a:pPr algn="r" eaLnBrk="1" hangingPunct="1">
              <a:buClrTx/>
              <a:buFontTx/>
              <a:buNone/>
            </a:pPr>
            <a:fld id="{8404B0F5-70DD-7441-B199-CF546F87AEC6}" type="slidenum">
              <a:rPr lang="en-US" altLang="zh-CN" sz="1300">
                <a:solidFill>
                  <a:schemeClr val="tx1"/>
                </a:solidFill>
                <a:ea typeface="宋体" panose="02010600030101010101" pitchFamily="2" charset="-122"/>
                <a:cs typeface="宋体" panose="02010600030101010101" pitchFamily="2" charset="-122"/>
              </a:rPr>
            </a:fld>
            <a:endParaRPr lang="en-US" altLang="zh-CN" sz="1300">
              <a:solidFill>
                <a:schemeClr val="tx1"/>
              </a:solidFill>
              <a:ea typeface="宋体" panose="02010600030101010101" pitchFamily="2" charset="-122"/>
              <a:cs typeface="宋体" panose="02010600030101010101" pitchFamily="2" charset="-122"/>
            </a:endParaRPr>
          </a:p>
        </p:txBody>
      </p:sp>
      <p:sp>
        <p:nvSpPr>
          <p:cNvPr id="181251" name="Rectangle 2"/>
          <p:cNvSpPr>
            <a:spLocks noGrp="1" noRot="1" noChangeAspect="1" noChangeArrowheads="1" noTextEdit="1"/>
          </p:cNvSpPr>
          <p:nvPr>
            <p:ph type="sldImg"/>
          </p:nvPr>
        </p:nvSpPr>
        <p:spPr/>
      </p:sp>
      <p:sp>
        <p:nvSpPr>
          <p:cNvPr id="181252" name="Rectangle 3"/>
          <p:cNvSpPr>
            <a:spLocks noGrp="1" noChangeArrowheads="1"/>
          </p:cNvSpPr>
          <p:nvPr>
            <p:ph type="body" idx="1"/>
          </p:nvPr>
        </p:nvSpPr>
        <p:spPr>
          <a:noFill/>
        </p:spPr>
        <p:txBody>
          <a:bodyPr/>
          <a:lstStyle/>
          <a:p>
            <a:pPr eaLnBrk="1" hangingPunct="1"/>
            <a:r>
              <a:rPr lang="en-US" altLang="zh-CN">
                <a:cs typeface="宋体" panose="02010600030101010101" pitchFamily="2" charset="-122"/>
              </a:rPr>
              <a:t>You can now monitor the performance of recently executed SQL statements by configuring SQL statement tracing. This feature provides statistical information about each SQL statement executed on the system. The statistical information is stored in a circular buffer, which the DBA can resize. By default, this feature is turned off. The feature can be enabled for all users, or for just a specific set of users. This feature allows for easy analysis of SQL statements for performance and tuning purposes.</a:t>
            </a:r>
            <a:endParaRPr lang="en-US" altLang="zh-CN">
              <a:cs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7"/>
          <p:cNvSpPr txBox="1">
            <a:spLocks noGrp="1" noChangeArrowheads="1"/>
          </p:cNvSpPr>
          <p:nvPr/>
        </p:nvSpPr>
        <p:spPr bwMode="auto">
          <a:xfrm>
            <a:off x="3884027" y="8686488"/>
            <a:ext cx="2972421" cy="455951"/>
          </a:xfrm>
          <a:prstGeom prst="rect">
            <a:avLst/>
          </a:prstGeom>
          <a:noFill/>
          <a:ln>
            <a:noFill/>
          </a:ln>
        </p:spPr>
        <p:txBody>
          <a:bodyPr lIns="91421" tIns="45710" rIns="91421" bIns="45710" anchor="b"/>
          <a:lstStyle>
            <a:lvl1pPr defTabSz="931545"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1pPr>
            <a:lvl2pPr marL="742950" indent="-285750" defTabSz="931545"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2pPr>
            <a:lvl3pPr marL="1143000" indent="-228600" defTabSz="931545"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3pPr>
            <a:lvl4pPr marL="1600200" indent="-228600" defTabSz="931545"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4pPr>
            <a:lvl5pPr marL="2057400" indent="-228600" defTabSz="931545"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5pPr>
            <a:lvl6pPr marL="2514600" indent="-228600" defTabSz="931545"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6pPr>
            <a:lvl7pPr marL="2971800" indent="-228600" defTabSz="931545"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7pPr>
            <a:lvl8pPr marL="3429000" indent="-228600" defTabSz="931545"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8pPr>
            <a:lvl9pPr marL="3886200" indent="-228600" defTabSz="931545"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9pPr>
          </a:lstStyle>
          <a:p>
            <a:pPr algn="r" eaLnBrk="1" hangingPunct="1">
              <a:buClrTx/>
              <a:buFontTx/>
              <a:buNone/>
            </a:pPr>
            <a:fld id="{3FDA2C88-4AC6-5B4D-B887-54AECFF25092}" type="slidenum">
              <a:rPr lang="en-US" altLang="zh-CN" sz="1300">
                <a:solidFill>
                  <a:schemeClr val="tx1"/>
                </a:solidFill>
                <a:ea typeface="宋体" panose="02010600030101010101" pitchFamily="2" charset="-122"/>
                <a:cs typeface="宋体" panose="02010600030101010101" pitchFamily="2" charset="-122"/>
              </a:rPr>
            </a:fld>
            <a:endParaRPr lang="en-US" altLang="zh-CN" sz="1300">
              <a:solidFill>
                <a:schemeClr val="tx1"/>
              </a:solidFill>
              <a:ea typeface="宋体" panose="02010600030101010101" pitchFamily="2" charset="-122"/>
              <a:cs typeface="宋体" panose="02010600030101010101" pitchFamily="2" charset="-122"/>
            </a:endParaRPr>
          </a:p>
        </p:txBody>
      </p:sp>
      <p:sp>
        <p:nvSpPr>
          <p:cNvPr id="183299" name="Rectangle 7"/>
          <p:cNvSpPr txBox="1">
            <a:spLocks noGrp="1" noChangeArrowheads="1"/>
          </p:cNvSpPr>
          <p:nvPr/>
        </p:nvSpPr>
        <p:spPr bwMode="auto">
          <a:xfrm>
            <a:off x="3884027" y="8684926"/>
            <a:ext cx="2972421" cy="457513"/>
          </a:xfrm>
          <a:prstGeom prst="rect">
            <a:avLst/>
          </a:prstGeom>
          <a:noFill/>
          <a:ln>
            <a:noFill/>
          </a:ln>
        </p:spPr>
        <p:txBody>
          <a:bodyPr lIns="91004" tIns="45502" rIns="91004" bIns="45502" anchor="b"/>
          <a:lstStyle>
            <a:lvl1pPr defTabSz="9271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1pPr>
            <a:lvl2pPr marL="742950" indent="-285750" defTabSz="9271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2pPr>
            <a:lvl3pPr marL="1143000" indent="-228600" defTabSz="9271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3pPr>
            <a:lvl4pPr marL="1600200" indent="-228600" defTabSz="9271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4pPr>
            <a:lvl5pPr marL="2057400" indent="-228600" defTabSz="9271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5pPr>
            <a:lvl6pPr marL="2514600" indent="-228600" defTabSz="9271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6pPr>
            <a:lvl7pPr marL="2971800" indent="-228600" defTabSz="9271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7pPr>
            <a:lvl8pPr marL="3429000" indent="-228600" defTabSz="9271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8pPr>
            <a:lvl9pPr marL="3886200" indent="-228600" defTabSz="9271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9pPr>
          </a:lstStyle>
          <a:p>
            <a:pPr eaLnBrk="1" hangingPunct="1">
              <a:buClrTx/>
              <a:buFontTx/>
              <a:buNone/>
            </a:pPr>
            <a:fld id="{13909089-8925-EA45-A705-E06AEAC2CA5F}" type="slidenum">
              <a:rPr lang="fr-FR" altLang="zh-CN" sz="2000">
                <a:latin typeface="Calibri" panose="020F0502020204030204" charset="0"/>
                <a:ea typeface="宋体" panose="02010600030101010101" pitchFamily="2" charset="-122"/>
                <a:cs typeface="宋体" panose="02010600030101010101" pitchFamily="2" charset="-122"/>
              </a:rPr>
            </a:fld>
            <a:endParaRPr lang="fr-FR" altLang="zh-CN" sz="2000">
              <a:latin typeface="Calibri" panose="020F0502020204030204" charset="0"/>
              <a:ea typeface="宋体" panose="02010600030101010101" pitchFamily="2" charset="-122"/>
              <a:cs typeface="宋体" panose="02010600030101010101" pitchFamily="2" charset="-122"/>
            </a:endParaRPr>
          </a:p>
        </p:txBody>
      </p:sp>
      <p:sp>
        <p:nvSpPr>
          <p:cNvPr id="183300" name="Rectangle 2"/>
          <p:cNvSpPr>
            <a:spLocks noGrp="1" noRot="1" noChangeAspect="1" noChangeArrowheads="1" noTextEdit="1"/>
          </p:cNvSpPr>
          <p:nvPr>
            <p:ph type="sldImg"/>
          </p:nvPr>
        </p:nvSpPr>
        <p:spPr/>
      </p:sp>
      <p:sp>
        <p:nvSpPr>
          <p:cNvPr id="183301" name="Rectangle 3"/>
          <p:cNvSpPr>
            <a:spLocks noGrp="1" noChangeArrowheads="1"/>
          </p:cNvSpPr>
          <p:nvPr>
            <p:ph type="body" idx="1"/>
          </p:nvPr>
        </p:nvSpPr>
        <p:spPr>
          <a:noFill/>
        </p:spPr>
        <p:txBody>
          <a:bodyPr lIns="91004" tIns="45502" rIns="91004" bIns="45502"/>
          <a:lstStyle/>
          <a:p>
            <a:pPr eaLnBrk="1" hangingPunct="1"/>
            <a:endParaRPr lang="zh-CN">
              <a:cs typeface="宋体"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7"/>
          <p:cNvSpPr txBox="1">
            <a:spLocks noGrp="1" noChangeArrowheads="1"/>
          </p:cNvSpPr>
          <p:nvPr/>
        </p:nvSpPr>
        <p:spPr bwMode="auto">
          <a:xfrm>
            <a:off x="3884027" y="8686488"/>
            <a:ext cx="2972421" cy="455951"/>
          </a:xfrm>
          <a:prstGeom prst="rect">
            <a:avLst/>
          </a:prstGeom>
          <a:noFill/>
          <a:ln>
            <a:noFill/>
          </a:ln>
        </p:spPr>
        <p:txBody>
          <a:bodyPr lIns="91421" tIns="45710" rIns="91421" bIns="45710" anchor="b"/>
          <a:lstStyle>
            <a:lvl1pPr defTabSz="931545"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1pPr>
            <a:lvl2pPr marL="742950" indent="-285750" defTabSz="931545"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2pPr>
            <a:lvl3pPr marL="1143000" indent="-228600" defTabSz="931545"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3pPr>
            <a:lvl4pPr marL="1600200" indent="-228600" defTabSz="931545"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4pPr>
            <a:lvl5pPr marL="2057400" indent="-228600" defTabSz="931545"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5pPr>
            <a:lvl6pPr marL="2514600" indent="-228600" defTabSz="931545"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6pPr>
            <a:lvl7pPr marL="2971800" indent="-228600" defTabSz="931545"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7pPr>
            <a:lvl8pPr marL="3429000" indent="-228600" defTabSz="931545"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8pPr>
            <a:lvl9pPr marL="3886200" indent="-228600" defTabSz="931545"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9pPr>
          </a:lstStyle>
          <a:p>
            <a:pPr algn="r" eaLnBrk="1" hangingPunct="1">
              <a:buClrTx/>
              <a:buFontTx/>
              <a:buNone/>
            </a:pPr>
            <a:fld id="{D73E1DAB-F51D-6E45-A612-EB1DB0D9C6F5}" type="slidenum">
              <a:rPr lang="en-US" altLang="zh-CN" sz="1300">
                <a:solidFill>
                  <a:schemeClr val="tx1"/>
                </a:solidFill>
                <a:ea typeface="宋体" panose="02010600030101010101" pitchFamily="2" charset="-122"/>
                <a:cs typeface="宋体" panose="02010600030101010101" pitchFamily="2" charset="-122"/>
              </a:rPr>
            </a:fld>
            <a:endParaRPr lang="en-US" altLang="zh-CN" sz="1300">
              <a:solidFill>
                <a:schemeClr val="tx1"/>
              </a:solidFill>
              <a:ea typeface="宋体" panose="02010600030101010101" pitchFamily="2" charset="-122"/>
              <a:cs typeface="宋体" panose="02010600030101010101" pitchFamily="2" charset="-122"/>
            </a:endParaRPr>
          </a:p>
        </p:txBody>
      </p:sp>
      <p:sp>
        <p:nvSpPr>
          <p:cNvPr id="185347" name="Rectangle 7"/>
          <p:cNvSpPr txBox="1">
            <a:spLocks noGrp="1" noChangeArrowheads="1"/>
          </p:cNvSpPr>
          <p:nvPr/>
        </p:nvSpPr>
        <p:spPr bwMode="auto">
          <a:xfrm>
            <a:off x="3884027" y="8684926"/>
            <a:ext cx="2972421" cy="457513"/>
          </a:xfrm>
          <a:prstGeom prst="rect">
            <a:avLst/>
          </a:prstGeom>
          <a:noFill/>
          <a:ln>
            <a:noFill/>
          </a:ln>
        </p:spPr>
        <p:txBody>
          <a:bodyPr lIns="91004" tIns="45502" rIns="91004" bIns="45502" anchor="b"/>
          <a:lstStyle>
            <a:lvl1pPr defTabSz="9271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1pPr>
            <a:lvl2pPr marL="742950" indent="-285750" defTabSz="9271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2pPr>
            <a:lvl3pPr marL="1143000" indent="-228600" defTabSz="9271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3pPr>
            <a:lvl4pPr marL="1600200" indent="-228600" defTabSz="9271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4pPr>
            <a:lvl5pPr marL="2057400" indent="-228600" defTabSz="9271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5pPr>
            <a:lvl6pPr marL="2514600" indent="-228600" defTabSz="9271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6pPr>
            <a:lvl7pPr marL="2971800" indent="-228600" defTabSz="9271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7pPr>
            <a:lvl8pPr marL="3429000" indent="-228600" defTabSz="9271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8pPr>
            <a:lvl9pPr marL="3886200" indent="-228600" defTabSz="9271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9pPr>
          </a:lstStyle>
          <a:p>
            <a:pPr eaLnBrk="1" hangingPunct="1">
              <a:buClrTx/>
              <a:buFontTx/>
              <a:buNone/>
            </a:pPr>
            <a:fld id="{2CA6496C-DA6B-6847-B620-2D0FE9544E09}" type="slidenum">
              <a:rPr lang="fr-FR" altLang="zh-CN" sz="2000">
                <a:latin typeface="Calibri" panose="020F0502020204030204" charset="0"/>
                <a:ea typeface="宋体" panose="02010600030101010101" pitchFamily="2" charset="-122"/>
                <a:cs typeface="宋体" panose="02010600030101010101" pitchFamily="2" charset="-122"/>
              </a:rPr>
            </a:fld>
            <a:endParaRPr lang="fr-FR" altLang="zh-CN" sz="2000">
              <a:latin typeface="Calibri" panose="020F0502020204030204" charset="0"/>
              <a:ea typeface="宋体" panose="02010600030101010101" pitchFamily="2" charset="-122"/>
              <a:cs typeface="宋体" panose="02010600030101010101" pitchFamily="2" charset="-122"/>
            </a:endParaRPr>
          </a:p>
        </p:txBody>
      </p:sp>
      <p:sp>
        <p:nvSpPr>
          <p:cNvPr id="185348" name="Rectangle 2"/>
          <p:cNvSpPr>
            <a:spLocks noGrp="1" noRot="1" noChangeAspect="1" noChangeArrowheads="1" noTextEdit="1"/>
          </p:cNvSpPr>
          <p:nvPr>
            <p:ph type="sldImg"/>
          </p:nvPr>
        </p:nvSpPr>
        <p:spPr/>
      </p:sp>
      <p:sp>
        <p:nvSpPr>
          <p:cNvPr id="185349" name="Rectangle 3"/>
          <p:cNvSpPr>
            <a:spLocks noGrp="1" noChangeArrowheads="1"/>
          </p:cNvSpPr>
          <p:nvPr>
            <p:ph type="body" idx="1"/>
          </p:nvPr>
        </p:nvSpPr>
        <p:spPr>
          <a:noFill/>
        </p:spPr>
        <p:txBody>
          <a:bodyPr lIns="91004" tIns="45502" rIns="91004" bIns="45502"/>
          <a:lstStyle/>
          <a:p>
            <a:pPr eaLnBrk="1" hangingPunct="1"/>
            <a:endParaRPr lang="zh-CN">
              <a:cs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7"/>
          <p:cNvSpPr txBox="1">
            <a:spLocks noGrp="1" noChangeArrowheads="1"/>
          </p:cNvSpPr>
          <p:nvPr/>
        </p:nvSpPr>
        <p:spPr bwMode="auto">
          <a:xfrm>
            <a:off x="3884027" y="8686488"/>
            <a:ext cx="2972421" cy="455951"/>
          </a:xfrm>
          <a:prstGeom prst="rect">
            <a:avLst/>
          </a:prstGeom>
          <a:noFill/>
          <a:ln>
            <a:noFill/>
          </a:ln>
        </p:spPr>
        <p:txBody>
          <a:bodyPr lIns="91421" tIns="45710" rIns="91421" bIns="45710" anchor="b"/>
          <a:lstStyle>
            <a:lvl1pPr defTabSz="931545"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1pPr>
            <a:lvl2pPr marL="742950" indent="-285750" defTabSz="931545"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2pPr>
            <a:lvl3pPr marL="1143000" indent="-228600" defTabSz="931545"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3pPr>
            <a:lvl4pPr marL="1600200" indent="-228600" defTabSz="931545"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4pPr>
            <a:lvl5pPr marL="2057400" indent="-228600" defTabSz="931545"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5pPr>
            <a:lvl6pPr marL="2514600" indent="-228600" defTabSz="931545"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6pPr>
            <a:lvl7pPr marL="2971800" indent="-228600" defTabSz="931545"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7pPr>
            <a:lvl8pPr marL="3429000" indent="-228600" defTabSz="931545"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8pPr>
            <a:lvl9pPr marL="3886200" indent="-228600" defTabSz="931545"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9pPr>
          </a:lstStyle>
          <a:p>
            <a:pPr algn="r" eaLnBrk="1" hangingPunct="1">
              <a:buClrTx/>
              <a:buFontTx/>
              <a:buNone/>
            </a:pPr>
            <a:fld id="{AA91F1B1-0DDD-5442-A8E8-B3EDEC23001A}" type="slidenum">
              <a:rPr lang="en-US" altLang="zh-CN" sz="1300">
                <a:solidFill>
                  <a:schemeClr val="tx1"/>
                </a:solidFill>
                <a:ea typeface="宋体" panose="02010600030101010101" pitchFamily="2" charset="-122"/>
                <a:cs typeface="宋体" panose="02010600030101010101" pitchFamily="2" charset="-122"/>
              </a:rPr>
            </a:fld>
            <a:endParaRPr lang="en-US" altLang="zh-CN" sz="1300">
              <a:solidFill>
                <a:schemeClr val="tx1"/>
              </a:solidFill>
              <a:ea typeface="宋体" panose="02010600030101010101" pitchFamily="2" charset="-122"/>
              <a:cs typeface="宋体" panose="02010600030101010101" pitchFamily="2" charset="-122"/>
            </a:endParaRPr>
          </a:p>
        </p:txBody>
      </p:sp>
      <p:sp>
        <p:nvSpPr>
          <p:cNvPr id="187395" name="Rectangle 7"/>
          <p:cNvSpPr txBox="1">
            <a:spLocks noGrp="1" noChangeArrowheads="1"/>
          </p:cNvSpPr>
          <p:nvPr/>
        </p:nvSpPr>
        <p:spPr bwMode="auto">
          <a:xfrm>
            <a:off x="3884027" y="8684926"/>
            <a:ext cx="2972421" cy="457513"/>
          </a:xfrm>
          <a:prstGeom prst="rect">
            <a:avLst/>
          </a:prstGeom>
          <a:noFill/>
          <a:ln>
            <a:noFill/>
          </a:ln>
        </p:spPr>
        <p:txBody>
          <a:bodyPr lIns="91004" tIns="45502" rIns="91004" bIns="45502" anchor="b"/>
          <a:lstStyle>
            <a:lvl1pPr defTabSz="9271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1pPr>
            <a:lvl2pPr marL="742950" indent="-285750" defTabSz="9271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2pPr>
            <a:lvl3pPr marL="1143000" indent="-228600" defTabSz="9271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3pPr>
            <a:lvl4pPr marL="1600200" indent="-228600" defTabSz="9271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4pPr>
            <a:lvl5pPr marL="2057400" indent="-228600" defTabSz="9271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5pPr>
            <a:lvl6pPr marL="2514600" indent="-228600" defTabSz="9271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6pPr>
            <a:lvl7pPr marL="2971800" indent="-228600" defTabSz="9271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7pPr>
            <a:lvl8pPr marL="3429000" indent="-228600" defTabSz="9271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8pPr>
            <a:lvl9pPr marL="3886200" indent="-228600" defTabSz="9271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9pPr>
          </a:lstStyle>
          <a:p>
            <a:pPr eaLnBrk="1" hangingPunct="1">
              <a:buClrTx/>
              <a:buFontTx/>
              <a:buNone/>
            </a:pPr>
            <a:fld id="{4E517EFD-80DA-BC42-B17F-112D35F30C74}" type="slidenum">
              <a:rPr lang="fr-FR" altLang="zh-CN" sz="2000">
                <a:latin typeface="Calibri" panose="020F0502020204030204" charset="0"/>
                <a:ea typeface="宋体" panose="02010600030101010101" pitchFamily="2" charset="-122"/>
                <a:cs typeface="宋体" panose="02010600030101010101" pitchFamily="2" charset="-122"/>
              </a:rPr>
            </a:fld>
            <a:endParaRPr lang="fr-FR" altLang="zh-CN" sz="2000">
              <a:latin typeface="Calibri" panose="020F0502020204030204" charset="0"/>
              <a:ea typeface="宋体" panose="02010600030101010101" pitchFamily="2" charset="-122"/>
              <a:cs typeface="宋体" panose="02010600030101010101" pitchFamily="2" charset="-122"/>
            </a:endParaRPr>
          </a:p>
        </p:txBody>
      </p:sp>
      <p:sp>
        <p:nvSpPr>
          <p:cNvPr id="187396" name="Rectangle 2"/>
          <p:cNvSpPr>
            <a:spLocks noGrp="1" noRot="1" noChangeAspect="1" noChangeArrowheads="1" noTextEdit="1"/>
          </p:cNvSpPr>
          <p:nvPr>
            <p:ph type="sldImg"/>
          </p:nvPr>
        </p:nvSpPr>
        <p:spPr/>
      </p:sp>
      <p:sp>
        <p:nvSpPr>
          <p:cNvPr id="187397" name="Rectangle 3"/>
          <p:cNvSpPr>
            <a:spLocks noGrp="1" noChangeArrowheads="1"/>
          </p:cNvSpPr>
          <p:nvPr>
            <p:ph type="body" idx="1"/>
          </p:nvPr>
        </p:nvSpPr>
        <p:spPr>
          <a:noFill/>
        </p:spPr>
        <p:txBody>
          <a:bodyPr lIns="91004" tIns="45502" rIns="91004" bIns="45502"/>
          <a:lstStyle/>
          <a:p>
            <a:pPr eaLnBrk="1" hangingPunct="1"/>
            <a:endParaRPr lang="zh-CN">
              <a:cs typeface="宋体"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p:txBody>
          <a:bodyPr/>
          <a:lstStyle/>
          <a:p>
            <a:pPr>
              <a:defRPr/>
            </a:pPr>
            <a:fld id="{0931C7CD-9700-422F-91E2-443E203E6DF9}" type="slidenum">
              <a:rPr lang="en-US" altLang="zh-CN">
                <a:solidFill>
                  <a:prstClr val="black"/>
                </a:solidFill>
              </a:rPr>
            </a:fld>
            <a:endParaRPr lang="en-US" altLang="zh-CN">
              <a:solidFill>
                <a:prstClr val="black"/>
              </a:solidFill>
            </a:endParaRPr>
          </a:p>
        </p:txBody>
      </p:sp>
      <p:sp>
        <p:nvSpPr>
          <p:cNvPr id="135171" name="Rectangle 1026"/>
          <p:cNvSpPr>
            <a:spLocks noGrp="1" noRot="1" noChangeAspect="1" noChangeArrowheads="1" noTextEdit="1"/>
          </p:cNvSpPr>
          <p:nvPr>
            <p:ph type="sldImg"/>
          </p:nvPr>
        </p:nvSpPr>
        <p:spPr/>
      </p:sp>
      <p:sp>
        <p:nvSpPr>
          <p:cNvPr id="135172" name="Rectangle 1027"/>
          <p:cNvSpPr>
            <a:spLocks noGrp="1" noChangeArrowheads="1"/>
          </p:cNvSpPr>
          <p:nvPr>
            <p:ph type="body" idx="1"/>
          </p:nvPr>
        </p:nvSpPr>
        <p:spPr>
          <a:noFill/>
        </p:spPr>
        <p:txBody>
          <a:bodyPr/>
          <a:lstStyle/>
          <a:p>
            <a:pPr eaLnBrk="1" hangingPunct="1"/>
            <a:r>
              <a:rPr lang="zh-CN" altLang="en-GB" dirty="0">
                <a:latin typeface="Arial" panose="020B0604020202020204" pitchFamily="34" charset="0"/>
              </a:rPr>
              <a:t>从最基础的数据类型开始讲起</a:t>
            </a:r>
            <a:endParaRPr lang="zh-CN" altLang="en-GB" dirty="0">
              <a:latin typeface="Arial" panose="020B0604020202020204" pitchFamily="34" charset="0"/>
            </a:endParaRPr>
          </a:p>
          <a:p>
            <a:pPr eaLnBrk="1" hangingPunct="1"/>
            <a:r>
              <a:rPr lang="zh-CN" altLang="en-GB" dirty="0">
                <a:latin typeface="Arial" panose="020B0604020202020204" pitchFamily="34" charset="0"/>
              </a:rPr>
              <a:t>然后第二小节  就是</a:t>
            </a:r>
            <a:r>
              <a:rPr lang="en-US" altLang="zh-CN" dirty="0">
                <a:latin typeface="Arial" panose="020B0604020202020204" pitchFamily="34" charset="0"/>
              </a:rPr>
              <a:t>DCL</a:t>
            </a:r>
            <a:endParaRPr lang="en-US" altLang="zh-CN" dirty="0">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p:spPr>
        <p:txBody>
          <a:bodyPr/>
          <a:lstStyle>
            <a:lvl1pPr defTabSz="9144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1pPr>
            <a:lvl2pPr marL="728980" indent="-280670" defTabSz="9144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2pPr>
            <a:lvl3pPr marL="1121410" indent="-224155" defTabSz="9144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3pPr>
            <a:lvl4pPr marL="1570355" indent="-224155" defTabSz="9144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4pPr>
            <a:lvl5pPr marL="2018665" indent="-224155" defTabSz="9144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5pPr>
            <a:lvl6pPr marL="2467610" indent="-224155" defTabSz="9144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6pPr>
            <a:lvl7pPr marL="2915920" indent="-224155" defTabSz="9144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7pPr>
            <a:lvl8pPr marL="3364865" indent="-224155" defTabSz="9144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8pPr>
            <a:lvl9pPr marL="3813810" indent="-224155" defTabSz="9144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9pPr>
          </a:lstStyle>
          <a:p>
            <a:pPr eaLnBrk="1" hangingPunct="1"/>
            <a:fld id="{D407C4D9-18EA-314C-AACA-1301D7728AED}" type="slidenum">
              <a:rPr lang="en-US" altLang="zh-TW" sz="1300">
                <a:solidFill>
                  <a:schemeClr val="tx1"/>
                </a:solidFill>
                <a:ea typeface="宋体" panose="02010600030101010101" pitchFamily="2" charset="-122"/>
                <a:cs typeface="宋体" panose="02010600030101010101" pitchFamily="2" charset="-122"/>
              </a:rPr>
            </a:fld>
            <a:endParaRPr lang="en-US" altLang="zh-TW" sz="1300">
              <a:solidFill>
                <a:schemeClr val="tx1"/>
              </a:solidFill>
              <a:ea typeface="宋体" panose="02010600030101010101" pitchFamily="2" charset="-122"/>
              <a:cs typeface="宋体" panose="02010600030101010101" pitchFamily="2" charset="-122"/>
            </a:endParaRPr>
          </a:p>
        </p:txBody>
      </p:sp>
      <p:sp>
        <p:nvSpPr>
          <p:cNvPr id="84995" name="Rectangle 2"/>
          <p:cNvSpPr>
            <a:spLocks noGrp="1" noRot="1" noChangeAspect="1" noChangeArrowheads="1" noTextEdit="1"/>
          </p:cNvSpPr>
          <p:nvPr>
            <p:ph type="sldImg"/>
          </p:nvPr>
        </p:nvSpPr>
        <p:spPr/>
      </p:sp>
      <p:sp>
        <p:nvSpPr>
          <p:cNvPr id="84996" name="Rectangle 3"/>
          <p:cNvSpPr>
            <a:spLocks noGrp="1" noChangeArrowheads="1"/>
          </p:cNvSpPr>
          <p:nvPr>
            <p:ph type="body" idx="1"/>
          </p:nvPr>
        </p:nvSpPr>
        <p:spPr>
          <a:noFill/>
        </p:spPr>
        <p:txBody>
          <a:bodyPr/>
          <a:lstStyle/>
          <a:p>
            <a:pPr eaLnBrk="1" hangingPunct="1"/>
            <a:r>
              <a:rPr lang="en-US" altLang="zh-TW">
                <a:ea typeface="PMingLiU" panose="02020500000000000000" charset="-120"/>
                <a:cs typeface="PMingLiU" panose="02020500000000000000" charset="-120"/>
              </a:rPr>
              <a:t>The last part of the output above gives you the detailed time statistics of the operation, which in this case is the database query:</a:t>
            </a:r>
            <a:endParaRPr lang="en-US" altLang="zh-TW">
              <a:ea typeface="PMingLiU" panose="02020500000000000000" charset="-120"/>
              <a:cs typeface="PMingLiU" panose="02020500000000000000" charset="-120"/>
            </a:endParaRPr>
          </a:p>
          <a:p>
            <a:pPr eaLnBrk="1" hangingPunct="1"/>
            <a:r>
              <a:rPr lang="en-US" altLang="zh-TW">
                <a:ea typeface="PMingLiU" panose="02020500000000000000" charset="-120"/>
                <a:cs typeface="PMingLiU" panose="02020500000000000000" charset="-120"/>
              </a:rPr>
              <a:t>The "real" field tells you the time elapsed between the beginning of the query and the end of query. </a:t>
            </a:r>
            <a:endParaRPr lang="en-US" altLang="zh-TW">
              <a:ea typeface="PMingLiU" panose="02020500000000000000" charset="-120"/>
              <a:cs typeface="PMingLiU" panose="02020500000000000000" charset="-120"/>
            </a:endParaRPr>
          </a:p>
          <a:p>
            <a:pPr eaLnBrk="1" hangingPunct="1"/>
            <a:r>
              <a:rPr lang="en-US" altLang="zh-TW">
                <a:ea typeface="PMingLiU" panose="02020500000000000000" charset="-120"/>
                <a:cs typeface="PMingLiU" panose="02020500000000000000" charset="-120"/>
              </a:rPr>
              <a:t>The "user" field tells you the sum of CPU time used by the user processor for the operation. </a:t>
            </a:r>
            <a:endParaRPr lang="en-US" altLang="zh-TW">
              <a:ea typeface="PMingLiU" panose="02020500000000000000" charset="-120"/>
              <a:cs typeface="PMingLiU" panose="02020500000000000000" charset="-120"/>
            </a:endParaRPr>
          </a:p>
          <a:p>
            <a:pPr eaLnBrk="1" hangingPunct="1"/>
            <a:r>
              <a:rPr lang="en-US" altLang="zh-TW">
                <a:ea typeface="PMingLiU" panose="02020500000000000000" charset="-120"/>
                <a:cs typeface="PMingLiU" panose="02020500000000000000" charset="-120"/>
              </a:rPr>
              <a:t>The "sys" field tells you the sum of CPU time used by the system as a whole. </a:t>
            </a:r>
            <a:endParaRPr lang="en-US" altLang="zh-TW">
              <a:ea typeface="PMingLiU" panose="02020500000000000000" charset="-120"/>
              <a:cs typeface="PMingLiU" panose="02020500000000000000" charset="-120"/>
            </a:endParaRPr>
          </a:p>
          <a:p>
            <a:pPr eaLnBrk="1" hangingPunct="1"/>
            <a:endParaRPr lang="en-US" altLang="zh-TW">
              <a:ea typeface="PMingLiU" panose="02020500000000000000" charset="-120"/>
              <a:cs typeface="PMingLiU" panose="02020500000000000000" charset="-12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幻灯片图像占位符 1"/>
          <p:cNvSpPr>
            <a:spLocks noGrp="1" noRot="1" noChangeAspect="1" noTextEdit="1"/>
          </p:cNvSpPr>
          <p:nvPr>
            <p:ph type="sldImg"/>
          </p:nvPr>
        </p:nvSpPr>
        <p:spPr/>
      </p:sp>
      <p:sp>
        <p:nvSpPr>
          <p:cNvPr id="86019" name="备注占位符 2"/>
          <p:cNvSpPr>
            <a:spLocks noGrp="1"/>
          </p:cNvSpPr>
          <p:nvPr>
            <p:ph type="body" idx="1"/>
          </p:nvPr>
        </p:nvSpPr>
        <p:spPr>
          <a:noFill/>
        </p:spPr>
        <p:txBody>
          <a:bodyPr/>
          <a:lstStyle/>
          <a:p>
            <a:pPr eaLnBrk="1" hangingPunct="1"/>
            <a:endParaRPr lang="zh-CN" altLang="en-US">
              <a:cs typeface="宋体" panose="02010600030101010101" pitchFamily="2" charset="-122"/>
            </a:endParaRPr>
          </a:p>
        </p:txBody>
      </p:sp>
      <p:sp>
        <p:nvSpPr>
          <p:cNvPr id="86020" name="灯片编号占位符 3"/>
          <p:cNvSpPr>
            <a:spLocks noGrp="1"/>
          </p:cNvSpPr>
          <p:nvPr>
            <p:ph type="sldNum" sz="quarter" idx="5"/>
          </p:nvPr>
        </p:nvSpPr>
        <p:spPr>
          <a:noFill/>
        </p:spPr>
        <p:txBody>
          <a:bodyPr/>
          <a:lstStyle>
            <a:lvl1pPr defTabSz="9144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1pPr>
            <a:lvl2pPr marL="728980" indent="-280670" defTabSz="9144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2pPr>
            <a:lvl3pPr marL="1121410" indent="-224155" defTabSz="9144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3pPr>
            <a:lvl4pPr marL="1570355" indent="-224155" defTabSz="9144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4pPr>
            <a:lvl5pPr marL="2018665" indent="-224155" defTabSz="9144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5pPr>
            <a:lvl6pPr marL="2467610" indent="-224155" defTabSz="9144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6pPr>
            <a:lvl7pPr marL="2915920" indent="-224155" defTabSz="9144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7pPr>
            <a:lvl8pPr marL="3364865" indent="-224155" defTabSz="9144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8pPr>
            <a:lvl9pPr marL="3813810" indent="-224155" defTabSz="9144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9pPr>
          </a:lstStyle>
          <a:p>
            <a:pPr eaLnBrk="1" hangingPunct="1"/>
            <a:fld id="{AE6C100A-2D60-2043-8B3C-98DB4C82B53D}" type="slidenum">
              <a:rPr lang="en-US" altLang="zh-TW" sz="1300">
                <a:solidFill>
                  <a:schemeClr val="tx1"/>
                </a:solidFill>
                <a:ea typeface="宋体" panose="02010600030101010101" pitchFamily="2" charset="-122"/>
                <a:cs typeface="宋体" panose="02010600030101010101" pitchFamily="2" charset="-122"/>
              </a:rPr>
            </a:fld>
            <a:endParaRPr lang="en-US" altLang="zh-TW" sz="1300">
              <a:solidFill>
                <a:schemeClr val="tx1"/>
              </a:solidFill>
              <a:ea typeface="宋体" panose="02010600030101010101" pitchFamily="2" charset="-122"/>
              <a:cs typeface="宋体"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p:spPr>
        <p:txBody>
          <a:bodyPr/>
          <a:lstStyle>
            <a:lvl1pPr defTabSz="9144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1pPr>
            <a:lvl2pPr marL="728980" indent="-280670" defTabSz="9144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2pPr>
            <a:lvl3pPr marL="1121410" indent="-224155" defTabSz="9144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3pPr>
            <a:lvl4pPr marL="1570355" indent="-224155" defTabSz="9144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4pPr>
            <a:lvl5pPr marL="2018665" indent="-224155" defTabSz="9144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5pPr>
            <a:lvl6pPr marL="2467610" indent="-224155" defTabSz="9144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6pPr>
            <a:lvl7pPr marL="2915920" indent="-224155" defTabSz="9144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7pPr>
            <a:lvl8pPr marL="3364865" indent="-224155" defTabSz="9144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8pPr>
            <a:lvl9pPr marL="3813810" indent="-224155" defTabSz="9144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9pPr>
          </a:lstStyle>
          <a:p>
            <a:pPr eaLnBrk="1" hangingPunct="1"/>
            <a:fld id="{C973556B-55E0-BE46-A594-5DCAB17AA059}" type="slidenum">
              <a:rPr lang="en-US" altLang="zh-TW" sz="1300">
                <a:solidFill>
                  <a:schemeClr val="tx1"/>
                </a:solidFill>
                <a:ea typeface="宋体" panose="02010600030101010101" pitchFamily="2" charset="-122"/>
                <a:cs typeface="宋体" panose="02010600030101010101" pitchFamily="2" charset="-122"/>
              </a:rPr>
            </a:fld>
            <a:endParaRPr lang="en-US" altLang="zh-TW" sz="1300">
              <a:solidFill>
                <a:schemeClr val="tx1"/>
              </a:solidFill>
              <a:ea typeface="宋体" panose="02010600030101010101" pitchFamily="2" charset="-122"/>
              <a:cs typeface="宋体" panose="02010600030101010101" pitchFamily="2" charset="-122"/>
            </a:endParaRPr>
          </a:p>
        </p:txBody>
      </p:sp>
      <p:sp>
        <p:nvSpPr>
          <p:cNvPr id="87043" name="Rectangle 2"/>
          <p:cNvSpPr>
            <a:spLocks noGrp="1" noRot="1" noChangeAspect="1" noChangeArrowheads="1" noTextEdit="1"/>
          </p:cNvSpPr>
          <p:nvPr>
            <p:ph type="sldImg"/>
          </p:nvPr>
        </p:nvSpPr>
        <p:spPr/>
      </p:sp>
      <p:sp>
        <p:nvSpPr>
          <p:cNvPr id="87044" name="Rectangle 3"/>
          <p:cNvSpPr>
            <a:spLocks noGrp="1" noChangeArrowheads="1"/>
          </p:cNvSpPr>
          <p:nvPr>
            <p:ph type="body" idx="1"/>
          </p:nvPr>
        </p:nvSpPr>
        <p:spPr>
          <a:noFill/>
        </p:spPr>
        <p:txBody>
          <a:bodyPr/>
          <a:lstStyle/>
          <a:p>
            <a:pPr eaLnBrk="1" hangingPunct="1"/>
            <a:r>
              <a:rPr lang="en-US" altLang="zh-TW">
                <a:ea typeface="PMingLiU" panose="02020500000000000000" charset="-120"/>
                <a:cs typeface="PMingLiU" panose="02020500000000000000" charset="-120"/>
              </a:rPr>
              <a:t>The SELECT statement for the query </a:t>
            </a:r>
            <a:endParaRPr lang="en-US" altLang="zh-TW">
              <a:ea typeface="PMingLiU" panose="02020500000000000000" charset="-120"/>
              <a:cs typeface="PMingLiU" panose="02020500000000000000" charset="-120"/>
            </a:endParaRPr>
          </a:p>
          <a:p>
            <a:pPr eaLnBrk="1" hangingPunct="1"/>
            <a:r>
              <a:rPr lang="en-US" altLang="zh-TW">
                <a:ea typeface="PMingLiU" panose="02020500000000000000" charset="-120"/>
                <a:cs typeface="PMingLiU" panose="02020500000000000000" charset="-120"/>
              </a:rPr>
              <a:t>An estimate of the query cost in units the optimizer uses to compare plans These units represent a relative time for query execution, with each unit assumed to be roughly equivalent to a typical disk access. The optimizer chose this query plan because the estimated cost for its execution was the lowest among all the evaluated plans.</a:t>
            </a:r>
            <a:endParaRPr lang="en-US" altLang="zh-TW">
              <a:ea typeface="PMingLiU" panose="02020500000000000000" charset="-120"/>
              <a:cs typeface="PMingLiU" panose="02020500000000000000" charset="-120"/>
            </a:endParaRPr>
          </a:p>
          <a:p>
            <a:pPr eaLnBrk="1" hangingPunct="1"/>
            <a:r>
              <a:rPr lang="en-US" altLang="zh-TW">
                <a:ea typeface="PMingLiU" panose="02020500000000000000" charset="-120"/>
                <a:cs typeface="PMingLiU" panose="02020500000000000000" charset="-120"/>
              </a:rPr>
              <a:t>An estimate for the number of rows that the query is expected to produce </a:t>
            </a:r>
            <a:endParaRPr lang="en-US" altLang="zh-TW">
              <a:ea typeface="PMingLiU" panose="02020500000000000000" charset="-120"/>
              <a:cs typeface="PMingLiU" panose="02020500000000000000" charset="-120"/>
            </a:endParaRPr>
          </a:p>
          <a:p>
            <a:pPr eaLnBrk="1" hangingPunct="1"/>
            <a:r>
              <a:rPr lang="en-US" altLang="zh-TW">
                <a:ea typeface="PMingLiU" panose="02020500000000000000" charset="-120"/>
                <a:cs typeface="PMingLiU" panose="02020500000000000000" charset="-120"/>
              </a:rPr>
              <a:t>The order to access the tables during execution </a:t>
            </a:r>
            <a:endParaRPr lang="en-US" altLang="zh-TW">
              <a:ea typeface="PMingLiU" panose="02020500000000000000" charset="-120"/>
              <a:cs typeface="PMingLiU" panose="02020500000000000000" charset="-120"/>
            </a:endParaRPr>
          </a:p>
          <a:p>
            <a:pPr eaLnBrk="1" hangingPunct="1"/>
            <a:r>
              <a:rPr lang="en-US" altLang="zh-TW">
                <a:ea typeface="PMingLiU" panose="02020500000000000000" charset="-120"/>
                <a:cs typeface="PMingLiU" panose="02020500000000000000" charset="-120"/>
              </a:rPr>
              <a:t>The access plan by which the database server reads each table </a:t>
            </a:r>
            <a:endParaRPr lang="en-US" altLang="zh-TW">
              <a:ea typeface="PMingLiU" panose="02020500000000000000" charset="-120"/>
              <a:cs typeface="PMingLiU" panose="02020500000000000000" charset="-12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p:spPr>
        <p:txBody>
          <a:bodyPr/>
          <a:lstStyle>
            <a:lvl1pPr defTabSz="9144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1pPr>
            <a:lvl2pPr marL="728980" indent="-280670" defTabSz="9144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2pPr>
            <a:lvl3pPr marL="1121410" indent="-224155" defTabSz="9144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3pPr>
            <a:lvl4pPr marL="1570355" indent="-224155" defTabSz="9144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4pPr>
            <a:lvl5pPr marL="2018665" indent="-224155" defTabSz="9144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5pPr>
            <a:lvl6pPr marL="2467610" indent="-224155" defTabSz="9144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6pPr>
            <a:lvl7pPr marL="2915920" indent="-224155" defTabSz="9144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7pPr>
            <a:lvl8pPr marL="3364865" indent="-224155" defTabSz="9144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8pPr>
            <a:lvl9pPr marL="3813810" indent="-224155" defTabSz="9144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9pPr>
          </a:lstStyle>
          <a:p>
            <a:pPr eaLnBrk="1" hangingPunct="1"/>
            <a:fld id="{B1166A9C-3019-8A42-9319-C1E2A271BD1C}" type="slidenum">
              <a:rPr lang="en-US" altLang="zh-TW" sz="1300">
                <a:solidFill>
                  <a:schemeClr val="tx1"/>
                </a:solidFill>
                <a:ea typeface="宋体" panose="02010600030101010101" pitchFamily="2" charset="-122"/>
                <a:cs typeface="宋体" panose="02010600030101010101" pitchFamily="2" charset="-122"/>
              </a:rPr>
            </a:fld>
            <a:endParaRPr lang="en-US" altLang="zh-TW" sz="1300">
              <a:solidFill>
                <a:schemeClr val="tx1"/>
              </a:solidFill>
              <a:ea typeface="宋体" panose="02010600030101010101" pitchFamily="2" charset="-122"/>
              <a:cs typeface="宋体" panose="02010600030101010101" pitchFamily="2" charset="-122"/>
            </a:endParaRPr>
          </a:p>
        </p:txBody>
      </p:sp>
      <p:sp>
        <p:nvSpPr>
          <p:cNvPr id="88067" name="Rectangle 2"/>
          <p:cNvSpPr>
            <a:spLocks noGrp="1" noRot="1" noChangeAspect="1" noChangeArrowheads="1" noTextEdit="1"/>
          </p:cNvSpPr>
          <p:nvPr>
            <p:ph type="sldImg"/>
          </p:nvPr>
        </p:nvSpPr>
        <p:spPr/>
      </p:sp>
      <p:sp>
        <p:nvSpPr>
          <p:cNvPr id="88068" name="Rectangle 3"/>
          <p:cNvSpPr>
            <a:spLocks noGrp="1" noChangeArrowheads="1"/>
          </p:cNvSpPr>
          <p:nvPr>
            <p:ph type="body" idx="1"/>
          </p:nvPr>
        </p:nvSpPr>
        <p:spPr>
          <a:noFill/>
        </p:spPr>
        <p:txBody>
          <a:bodyPr/>
          <a:lstStyle/>
          <a:p>
            <a:pPr eaLnBrk="1" hangingPunct="1"/>
            <a:r>
              <a:rPr lang="en-US" altLang="zh-TW">
                <a:ea typeface="PMingLiU" panose="02020500000000000000" charset="-120"/>
                <a:cs typeface="PMingLiU" panose="02020500000000000000" charset="-120"/>
              </a:rPr>
              <a:t>The SELECT statement for the query </a:t>
            </a:r>
            <a:endParaRPr lang="en-US" altLang="zh-TW">
              <a:ea typeface="PMingLiU" panose="02020500000000000000" charset="-120"/>
              <a:cs typeface="PMingLiU" panose="02020500000000000000" charset="-120"/>
            </a:endParaRPr>
          </a:p>
          <a:p>
            <a:pPr eaLnBrk="1" hangingPunct="1"/>
            <a:r>
              <a:rPr lang="en-US" altLang="zh-TW">
                <a:ea typeface="PMingLiU" panose="02020500000000000000" charset="-120"/>
                <a:cs typeface="PMingLiU" panose="02020500000000000000" charset="-120"/>
              </a:rPr>
              <a:t>An estimate of the query cost in units the optimizer uses to compare plans These units represent a relative time for query execution, with each unit assumed to be roughly equivalent to a typical disk access. The optimizer chose this query plan because the estimated cost for its execution was the lowest among all the evaluated plans.</a:t>
            </a:r>
            <a:endParaRPr lang="en-US" altLang="zh-TW">
              <a:ea typeface="PMingLiU" panose="02020500000000000000" charset="-120"/>
              <a:cs typeface="PMingLiU" panose="02020500000000000000" charset="-120"/>
            </a:endParaRPr>
          </a:p>
          <a:p>
            <a:pPr eaLnBrk="1" hangingPunct="1"/>
            <a:r>
              <a:rPr lang="en-US" altLang="zh-TW">
                <a:ea typeface="PMingLiU" panose="02020500000000000000" charset="-120"/>
                <a:cs typeface="PMingLiU" panose="02020500000000000000" charset="-120"/>
              </a:rPr>
              <a:t>An estimate for the number of rows that the query is expected to produce </a:t>
            </a:r>
            <a:endParaRPr lang="en-US" altLang="zh-TW">
              <a:ea typeface="PMingLiU" panose="02020500000000000000" charset="-120"/>
              <a:cs typeface="PMingLiU" panose="02020500000000000000" charset="-120"/>
            </a:endParaRPr>
          </a:p>
          <a:p>
            <a:pPr eaLnBrk="1" hangingPunct="1"/>
            <a:r>
              <a:rPr lang="en-US" altLang="zh-TW">
                <a:ea typeface="PMingLiU" panose="02020500000000000000" charset="-120"/>
                <a:cs typeface="PMingLiU" panose="02020500000000000000" charset="-120"/>
              </a:rPr>
              <a:t>The order to access the tables during execution </a:t>
            </a:r>
            <a:endParaRPr lang="en-US" altLang="zh-TW">
              <a:ea typeface="PMingLiU" panose="02020500000000000000" charset="-120"/>
              <a:cs typeface="PMingLiU" panose="02020500000000000000" charset="-120"/>
            </a:endParaRPr>
          </a:p>
          <a:p>
            <a:pPr eaLnBrk="1" hangingPunct="1"/>
            <a:r>
              <a:rPr lang="en-US" altLang="zh-TW">
                <a:ea typeface="PMingLiU" panose="02020500000000000000" charset="-120"/>
                <a:cs typeface="PMingLiU" panose="02020500000000000000" charset="-120"/>
              </a:rPr>
              <a:t>The access plan by which the database server reads each table </a:t>
            </a:r>
            <a:endParaRPr lang="en-US" altLang="zh-TW">
              <a:ea typeface="PMingLiU" panose="02020500000000000000" charset="-120"/>
              <a:cs typeface="PMingLiU" panose="02020500000000000000" charset="-12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p:cNvSpPr>
            <a:spLocks noGrp="1" noRot="1" noChangeAspect="1" noTextEdit="1"/>
          </p:cNvSpPr>
          <p:nvPr>
            <p:ph type="sldImg"/>
          </p:nvPr>
        </p:nvSpPr>
        <p:spPr/>
      </p:sp>
      <p:sp>
        <p:nvSpPr>
          <p:cNvPr id="89091" name="备注占位符 2"/>
          <p:cNvSpPr>
            <a:spLocks noGrp="1"/>
          </p:cNvSpPr>
          <p:nvPr>
            <p:ph type="body" idx="1"/>
          </p:nvPr>
        </p:nvSpPr>
        <p:spPr>
          <a:noFill/>
        </p:spPr>
        <p:txBody>
          <a:bodyPr/>
          <a:lstStyle/>
          <a:p>
            <a:pPr eaLnBrk="1" hangingPunct="1"/>
            <a:endParaRPr lang="zh-CN" altLang="en-US">
              <a:cs typeface="宋体" panose="02010600030101010101" pitchFamily="2" charset="-122"/>
            </a:endParaRPr>
          </a:p>
        </p:txBody>
      </p:sp>
      <p:sp>
        <p:nvSpPr>
          <p:cNvPr id="89092" name="灯片编号占位符 3"/>
          <p:cNvSpPr>
            <a:spLocks noGrp="1"/>
          </p:cNvSpPr>
          <p:nvPr>
            <p:ph type="sldNum" sz="quarter" idx="5"/>
          </p:nvPr>
        </p:nvSpPr>
        <p:spPr>
          <a:noFill/>
        </p:spPr>
        <p:txBody>
          <a:bodyPr/>
          <a:lstStyle>
            <a:lvl1pPr defTabSz="9144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1pPr>
            <a:lvl2pPr marL="728980" indent="-280670" defTabSz="9144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2pPr>
            <a:lvl3pPr marL="1121410" indent="-224155" defTabSz="9144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3pPr>
            <a:lvl4pPr marL="1570355" indent="-224155" defTabSz="9144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4pPr>
            <a:lvl5pPr marL="2018665" indent="-224155" defTabSz="9144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5pPr>
            <a:lvl6pPr marL="2467610" indent="-224155" defTabSz="9144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6pPr>
            <a:lvl7pPr marL="2915920" indent="-224155" defTabSz="9144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7pPr>
            <a:lvl8pPr marL="3364865" indent="-224155" defTabSz="9144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8pPr>
            <a:lvl9pPr marL="3813810" indent="-224155" defTabSz="9144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9pPr>
          </a:lstStyle>
          <a:p>
            <a:pPr eaLnBrk="1" hangingPunct="1"/>
            <a:fld id="{B4E21756-A322-2C44-B481-C79D35F3052A}" type="slidenum">
              <a:rPr lang="en-US" altLang="zh-TW" sz="1300">
                <a:solidFill>
                  <a:schemeClr val="tx1"/>
                </a:solidFill>
                <a:ea typeface="宋体" panose="02010600030101010101" pitchFamily="2" charset="-122"/>
                <a:cs typeface="宋体" panose="02010600030101010101" pitchFamily="2" charset="-122"/>
              </a:rPr>
            </a:fld>
            <a:endParaRPr lang="en-US" altLang="zh-TW" sz="1300">
              <a:solidFill>
                <a:schemeClr val="tx1"/>
              </a:solidFill>
              <a:ea typeface="宋体" panose="02010600030101010101" pitchFamily="2" charset="-122"/>
              <a:cs typeface="宋体" panose="02010600030101010101" pitchFamily="2"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幻灯片图像占位符 1"/>
          <p:cNvSpPr>
            <a:spLocks noGrp="1" noRot="1" noChangeAspect="1" noTextEdit="1"/>
          </p:cNvSpPr>
          <p:nvPr>
            <p:ph type="sldImg"/>
          </p:nvPr>
        </p:nvSpPr>
        <p:spPr/>
      </p:sp>
      <p:sp>
        <p:nvSpPr>
          <p:cNvPr id="90115" name="备注占位符 2"/>
          <p:cNvSpPr>
            <a:spLocks noGrp="1"/>
          </p:cNvSpPr>
          <p:nvPr>
            <p:ph type="body" idx="1"/>
          </p:nvPr>
        </p:nvSpPr>
        <p:spPr>
          <a:noFill/>
        </p:spPr>
        <p:txBody>
          <a:bodyPr/>
          <a:lstStyle/>
          <a:p>
            <a:endParaRPr lang="zh-CN" altLang="en-US">
              <a:cs typeface="宋体" panose="02010600030101010101" pitchFamily="2" charset="-122"/>
            </a:endParaRPr>
          </a:p>
        </p:txBody>
      </p:sp>
      <p:sp>
        <p:nvSpPr>
          <p:cNvPr id="90116" name="灯片编号占位符 3"/>
          <p:cNvSpPr>
            <a:spLocks noGrp="1"/>
          </p:cNvSpPr>
          <p:nvPr>
            <p:ph type="sldNum" sz="quarter" idx="5"/>
          </p:nvPr>
        </p:nvSpPr>
        <p:spPr>
          <a:noFill/>
        </p:spPr>
        <p:txBody>
          <a:bodyPr/>
          <a:lstStyle>
            <a:lvl1pPr defTabSz="9144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1pPr>
            <a:lvl2pPr marL="728980" indent="-280670" defTabSz="9144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2pPr>
            <a:lvl3pPr marL="1121410" indent="-224155" defTabSz="9144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3pPr>
            <a:lvl4pPr marL="1570355" indent="-224155" defTabSz="9144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4pPr>
            <a:lvl5pPr marL="2018665" indent="-224155" defTabSz="9144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5pPr>
            <a:lvl6pPr marL="2467610" indent="-224155" defTabSz="9144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6pPr>
            <a:lvl7pPr marL="2915920" indent="-224155" defTabSz="9144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7pPr>
            <a:lvl8pPr marL="3364865" indent="-224155" defTabSz="9144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8pPr>
            <a:lvl9pPr marL="3813810" indent="-224155" defTabSz="9144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9pPr>
          </a:lstStyle>
          <a:p>
            <a:pPr eaLnBrk="1" hangingPunct="1"/>
            <a:fld id="{E0BE6709-BC76-784D-A036-38BEC8E52BDF}" type="slidenum">
              <a:rPr lang="en-US" altLang="zh-CN" sz="1300">
                <a:solidFill>
                  <a:schemeClr val="tx1"/>
                </a:solidFill>
                <a:ea typeface="宋体" panose="02010600030101010101" pitchFamily="2" charset="-122"/>
                <a:cs typeface="宋体" panose="02010600030101010101" pitchFamily="2" charset="-122"/>
              </a:rPr>
            </a:fld>
            <a:endParaRPr lang="en-US" altLang="zh-CN" sz="1300">
              <a:solidFill>
                <a:schemeClr val="tx1"/>
              </a:solidFill>
              <a:ea typeface="宋体" panose="02010600030101010101" pitchFamily="2" charset="-122"/>
              <a:cs typeface="宋体" panose="02010600030101010101" pitchFamily="2"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幻灯片图像占位符 1"/>
          <p:cNvSpPr>
            <a:spLocks noGrp="1" noRot="1" noChangeAspect="1" noTextEdit="1"/>
          </p:cNvSpPr>
          <p:nvPr>
            <p:ph type="sldImg"/>
          </p:nvPr>
        </p:nvSpPr>
        <p:spPr/>
      </p:sp>
      <p:sp>
        <p:nvSpPr>
          <p:cNvPr id="91139" name="备注占位符 2"/>
          <p:cNvSpPr>
            <a:spLocks noGrp="1"/>
          </p:cNvSpPr>
          <p:nvPr>
            <p:ph type="body" idx="1"/>
          </p:nvPr>
        </p:nvSpPr>
        <p:spPr>
          <a:noFill/>
        </p:spPr>
        <p:txBody>
          <a:bodyPr/>
          <a:lstStyle/>
          <a:p>
            <a:r>
              <a:rPr lang="en-US" altLang="zh-CN">
                <a:cs typeface="宋体" panose="02010600030101010101" pitchFamily="2" charset="-122"/>
              </a:rPr>
              <a:t>create index zip_idx on customer(zipcode);</a:t>
            </a:r>
            <a:endParaRPr lang="zh-CN" altLang="en-US">
              <a:cs typeface="宋体" panose="02010600030101010101" pitchFamily="2" charset="-122"/>
            </a:endParaRPr>
          </a:p>
        </p:txBody>
      </p:sp>
      <p:sp>
        <p:nvSpPr>
          <p:cNvPr id="91140" name="灯片编号占位符 3"/>
          <p:cNvSpPr>
            <a:spLocks noGrp="1"/>
          </p:cNvSpPr>
          <p:nvPr>
            <p:ph type="sldNum" sz="quarter" idx="5"/>
          </p:nvPr>
        </p:nvSpPr>
        <p:spPr>
          <a:noFill/>
        </p:spPr>
        <p:txBody>
          <a:bodyPr/>
          <a:lstStyle>
            <a:lvl1pPr defTabSz="9144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1pPr>
            <a:lvl2pPr marL="728980" indent="-280670" defTabSz="9144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2pPr>
            <a:lvl3pPr marL="1121410" indent="-224155" defTabSz="9144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3pPr>
            <a:lvl4pPr marL="1570355" indent="-224155" defTabSz="9144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4pPr>
            <a:lvl5pPr marL="2018665" indent="-224155" defTabSz="9144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5pPr>
            <a:lvl6pPr marL="2467610" indent="-224155" defTabSz="9144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6pPr>
            <a:lvl7pPr marL="2915920" indent="-224155" defTabSz="9144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7pPr>
            <a:lvl8pPr marL="3364865" indent="-224155" defTabSz="9144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8pPr>
            <a:lvl9pPr marL="3813810" indent="-224155" defTabSz="9144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9pPr>
          </a:lstStyle>
          <a:p>
            <a:pPr eaLnBrk="1" hangingPunct="1"/>
            <a:fld id="{2DB5E790-D7E7-8642-89A2-577785593E72}" type="slidenum">
              <a:rPr lang="en-US" altLang="zh-CN" sz="1300">
                <a:solidFill>
                  <a:schemeClr val="tx1"/>
                </a:solidFill>
                <a:ea typeface="宋体" panose="02010600030101010101" pitchFamily="2" charset="-122"/>
                <a:cs typeface="宋体" panose="02010600030101010101" pitchFamily="2" charset="-122"/>
              </a:rPr>
            </a:fld>
            <a:endParaRPr lang="en-US" altLang="zh-CN" sz="1300">
              <a:solidFill>
                <a:schemeClr val="tx1"/>
              </a:solidFill>
              <a:ea typeface="宋体" panose="02010600030101010101" pitchFamily="2" charset="-122"/>
              <a:cs typeface="宋体" panose="02010600030101010101" pitchFamily="2"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幻灯片图像占位符 1"/>
          <p:cNvSpPr>
            <a:spLocks noGrp="1" noRot="1" noChangeAspect="1" noTextEdit="1"/>
          </p:cNvSpPr>
          <p:nvPr>
            <p:ph type="sldImg"/>
          </p:nvPr>
        </p:nvSpPr>
        <p:spPr/>
      </p:sp>
      <p:sp>
        <p:nvSpPr>
          <p:cNvPr id="92163" name="备注占位符 2"/>
          <p:cNvSpPr>
            <a:spLocks noGrp="1"/>
          </p:cNvSpPr>
          <p:nvPr>
            <p:ph type="body" idx="1"/>
          </p:nvPr>
        </p:nvSpPr>
        <p:spPr>
          <a:noFill/>
        </p:spPr>
        <p:txBody>
          <a:bodyPr/>
          <a:lstStyle/>
          <a:p>
            <a:r>
              <a:rPr lang="en-US" altLang="zh-CN">
                <a:cs typeface="宋体" panose="02010600030101010101" pitchFamily="2" charset="-122"/>
              </a:rPr>
              <a:t>create index zip_idx on customer(zipcode);</a:t>
            </a:r>
            <a:endParaRPr lang="zh-CN" altLang="en-US">
              <a:cs typeface="宋体" panose="02010600030101010101" pitchFamily="2" charset="-122"/>
            </a:endParaRPr>
          </a:p>
        </p:txBody>
      </p:sp>
      <p:sp>
        <p:nvSpPr>
          <p:cNvPr id="92164" name="灯片编号占位符 3"/>
          <p:cNvSpPr>
            <a:spLocks noGrp="1"/>
          </p:cNvSpPr>
          <p:nvPr>
            <p:ph type="sldNum" sz="quarter" idx="5"/>
          </p:nvPr>
        </p:nvSpPr>
        <p:spPr>
          <a:noFill/>
        </p:spPr>
        <p:txBody>
          <a:bodyPr/>
          <a:lstStyle>
            <a:lvl1pPr defTabSz="9144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1pPr>
            <a:lvl2pPr marL="728980" indent="-280670" defTabSz="9144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2pPr>
            <a:lvl3pPr marL="1121410" indent="-224155" defTabSz="9144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3pPr>
            <a:lvl4pPr marL="1570355" indent="-224155" defTabSz="9144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4pPr>
            <a:lvl5pPr marL="2018665" indent="-224155" defTabSz="9144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5pPr>
            <a:lvl6pPr marL="2467610" indent="-224155" defTabSz="9144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6pPr>
            <a:lvl7pPr marL="2915920" indent="-224155" defTabSz="9144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7pPr>
            <a:lvl8pPr marL="3364865" indent="-224155" defTabSz="9144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8pPr>
            <a:lvl9pPr marL="3813810" indent="-224155" defTabSz="9144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9pPr>
          </a:lstStyle>
          <a:p>
            <a:pPr eaLnBrk="1" hangingPunct="1"/>
            <a:fld id="{2578E018-5DD3-5642-9568-5CA776C3D745}" type="slidenum">
              <a:rPr lang="en-US" altLang="zh-CN" sz="1300">
                <a:solidFill>
                  <a:schemeClr val="tx1"/>
                </a:solidFill>
                <a:ea typeface="宋体" panose="02010600030101010101" pitchFamily="2" charset="-122"/>
                <a:cs typeface="宋体" panose="02010600030101010101" pitchFamily="2" charset="-122"/>
              </a:rPr>
            </a:fld>
            <a:endParaRPr lang="en-US" altLang="zh-CN" sz="1300">
              <a:solidFill>
                <a:schemeClr val="tx1"/>
              </a:solidFill>
              <a:ea typeface="宋体" panose="02010600030101010101" pitchFamily="2" charset="-122"/>
              <a:cs typeface="宋体" panose="02010600030101010101" pitchFamily="2"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p:txBody>
          <a:bodyPr/>
          <a:lstStyle/>
          <a:p>
            <a:pPr>
              <a:defRPr/>
            </a:pPr>
            <a:fld id="{0931C7CD-9700-422F-91E2-443E203E6DF9}" type="slidenum">
              <a:rPr lang="en-US" altLang="zh-CN">
                <a:solidFill>
                  <a:prstClr val="black"/>
                </a:solidFill>
              </a:rPr>
            </a:fld>
            <a:endParaRPr lang="en-US" altLang="zh-CN">
              <a:solidFill>
                <a:prstClr val="black"/>
              </a:solidFill>
            </a:endParaRPr>
          </a:p>
        </p:txBody>
      </p:sp>
      <p:sp>
        <p:nvSpPr>
          <p:cNvPr id="135171" name="Rectangle 1026"/>
          <p:cNvSpPr>
            <a:spLocks noGrp="1" noRot="1" noChangeAspect="1" noChangeArrowheads="1" noTextEdit="1"/>
          </p:cNvSpPr>
          <p:nvPr>
            <p:ph type="sldImg"/>
          </p:nvPr>
        </p:nvSpPr>
        <p:spPr/>
      </p:sp>
      <p:sp>
        <p:nvSpPr>
          <p:cNvPr id="135172" name="Rectangle 1027"/>
          <p:cNvSpPr>
            <a:spLocks noGrp="1" noChangeArrowheads="1"/>
          </p:cNvSpPr>
          <p:nvPr>
            <p:ph type="body" idx="1"/>
          </p:nvPr>
        </p:nvSpPr>
        <p:spPr>
          <a:noFill/>
        </p:spPr>
        <p:txBody>
          <a:bodyPr/>
          <a:lstStyle/>
          <a:p>
            <a:pPr eaLnBrk="1" hangingPunct="1"/>
            <a:r>
              <a:rPr lang="zh-CN" altLang="en-GB" dirty="0">
                <a:latin typeface="Arial" panose="020B0604020202020204" pitchFamily="34" charset="0"/>
              </a:rPr>
              <a:t>从最基础的数据类型开始讲起</a:t>
            </a:r>
            <a:endParaRPr lang="zh-CN" altLang="en-GB" dirty="0">
              <a:latin typeface="Arial" panose="020B0604020202020204" pitchFamily="34" charset="0"/>
            </a:endParaRPr>
          </a:p>
          <a:p>
            <a:pPr eaLnBrk="1" hangingPunct="1"/>
            <a:r>
              <a:rPr lang="zh-CN" altLang="en-GB" dirty="0">
                <a:latin typeface="Arial" panose="020B0604020202020204" pitchFamily="34" charset="0"/>
              </a:rPr>
              <a:t>然后第二小节  就是</a:t>
            </a:r>
            <a:r>
              <a:rPr lang="en-US" altLang="zh-CN" dirty="0">
                <a:latin typeface="Arial" panose="020B0604020202020204" pitchFamily="34" charset="0"/>
              </a:rPr>
              <a:t>DCL</a:t>
            </a:r>
            <a:endParaRPr lang="en-US" altLang="zh-CN" dirty="0">
              <a:latin typeface="Arial" panose="020B0604020202020204"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p:spPr>
        <p:txBody>
          <a:bodyPr/>
          <a:lstStyle>
            <a:lvl1pPr defTabSz="9144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1pPr>
            <a:lvl2pPr marL="728980" indent="-280670" defTabSz="9144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2pPr>
            <a:lvl3pPr marL="1121410" indent="-224155" defTabSz="9144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3pPr>
            <a:lvl4pPr marL="1570355" indent="-224155" defTabSz="9144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4pPr>
            <a:lvl5pPr marL="2018665" indent="-224155" defTabSz="9144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5pPr>
            <a:lvl6pPr marL="2467610" indent="-224155" defTabSz="9144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6pPr>
            <a:lvl7pPr marL="2915920" indent="-224155" defTabSz="9144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7pPr>
            <a:lvl8pPr marL="3364865" indent="-224155" defTabSz="9144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8pPr>
            <a:lvl9pPr marL="3813810" indent="-224155" defTabSz="9144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9pPr>
          </a:lstStyle>
          <a:p>
            <a:pPr eaLnBrk="1" hangingPunct="1"/>
            <a:fld id="{82BBCB76-33D6-914A-B594-2E230DEF203A}" type="slidenum">
              <a:rPr lang="en-US" altLang="zh-TW" sz="1300">
                <a:solidFill>
                  <a:schemeClr val="tx1"/>
                </a:solidFill>
                <a:ea typeface="宋体" panose="02010600030101010101" pitchFamily="2" charset="-122"/>
                <a:cs typeface="宋体" panose="02010600030101010101" pitchFamily="2" charset="-122"/>
              </a:rPr>
            </a:fld>
            <a:endParaRPr lang="en-US" altLang="zh-TW" sz="1300">
              <a:solidFill>
                <a:schemeClr val="tx1"/>
              </a:solidFill>
              <a:ea typeface="宋体" panose="02010600030101010101" pitchFamily="2" charset="-122"/>
              <a:cs typeface="宋体" panose="02010600030101010101" pitchFamily="2" charset="-122"/>
            </a:endParaRPr>
          </a:p>
        </p:txBody>
      </p:sp>
      <p:sp>
        <p:nvSpPr>
          <p:cNvPr id="94211" name="Rectangle 2"/>
          <p:cNvSpPr>
            <a:spLocks noGrp="1" noRot="1" noChangeAspect="1" noChangeArrowheads="1" noTextEdit="1"/>
          </p:cNvSpPr>
          <p:nvPr>
            <p:ph type="sldImg"/>
          </p:nvPr>
        </p:nvSpPr>
        <p:spPr/>
      </p:sp>
      <p:sp>
        <p:nvSpPr>
          <p:cNvPr id="94212" name="Rectangle 3"/>
          <p:cNvSpPr>
            <a:spLocks noGrp="1" noChangeArrowheads="1"/>
          </p:cNvSpPr>
          <p:nvPr>
            <p:ph type="body" idx="1"/>
          </p:nvPr>
        </p:nvSpPr>
        <p:spPr>
          <a:noFill/>
        </p:spPr>
        <p:txBody>
          <a:bodyPr/>
          <a:lstStyle/>
          <a:p>
            <a:pPr eaLnBrk="1" hangingPunct="1"/>
            <a:r>
              <a:rPr lang="en-US" altLang="zh-TW" sz="1000">
                <a:ea typeface="PMingLiU" panose="02020500000000000000" charset="-120"/>
                <a:cs typeface="PMingLiU" panose="02020500000000000000" charset="-120"/>
                <a:hlinkClick r:id="rId3"/>
              </a:rPr>
              <a:t>CHAR(n)</a:t>
            </a:r>
            <a:endParaRPr lang="en-US" altLang="zh-TW" sz="1000">
              <a:ea typeface="PMingLiU" panose="02020500000000000000" charset="-120"/>
              <a:cs typeface="PMingLiU" panose="02020500000000000000" charset="-120"/>
            </a:endParaRPr>
          </a:p>
          <a:p>
            <a:pPr eaLnBrk="1" hangingPunct="1"/>
            <a:r>
              <a:rPr lang="en-US" altLang="zh-TW" sz="1000">
                <a:ea typeface="PMingLiU" panose="02020500000000000000" charset="-120"/>
                <a:cs typeface="PMingLiU" panose="02020500000000000000" charset="-120"/>
              </a:rPr>
              <a:t>The CHAR data type stores any string of letters, numbers, and symbols. It can store single-byte and multibyte characters, based on the database locale. (For more information on East Asian locales that support multibyte code sets, see </a:t>
            </a:r>
            <a:r>
              <a:rPr lang="en-US" altLang="zh-TW" sz="1000">
                <a:ea typeface="PMingLiU" panose="02020500000000000000" charset="-120"/>
                <a:cs typeface="PMingLiU" panose="02020500000000000000" charset="-120"/>
                <a:hlinkClick r:id="rId4"/>
              </a:rPr>
              <a:t>Multibyte Characters with VARCHAR </a:t>
            </a:r>
            <a:r>
              <a:rPr lang="en-US" altLang="zh-TW" sz="1000">
                <a:ea typeface="PMingLiU" panose="02020500000000000000" charset="-120"/>
                <a:cs typeface="PMingLiU" panose="02020500000000000000" charset="-120"/>
              </a:rPr>
              <a:t>.)</a:t>
            </a:r>
            <a:endParaRPr lang="en-US" altLang="zh-TW" sz="1000">
              <a:ea typeface="PMingLiU" panose="02020500000000000000" charset="-120"/>
              <a:cs typeface="PMingLiU" panose="02020500000000000000" charset="-120"/>
            </a:endParaRPr>
          </a:p>
          <a:p>
            <a:pPr eaLnBrk="1" hangingPunct="1"/>
            <a:r>
              <a:rPr lang="en-US" altLang="zh-TW" sz="1000">
                <a:ea typeface="PMingLiU" panose="02020500000000000000" charset="-120"/>
                <a:cs typeface="PMingLiU" panose="02020500000000000000" charset="-120"/>
              </a:rPr>
              <a:t>A CHAR(</a:t>
            </a:r>
            <a:r>
              <a:rPr lang="en-US" altLang="zh-TW" sz="1000" i="1">
                <a:ea typeface="PMingLiU" panose="02020500000000000000" charset="-120"/>
                <a:cs typeface="PMingLiU" panose="02020500000000000000" charset="-120"/>
              </a:rPr>
              <a:t>n</a:t>
            </a:r>
            <a:r>
              <a:rPr lang="en-US" altLang="zh-TW" sz="1000">
                <a:ea typeface="PMingLiU" panose="02020500000000000000" charset="-120"/>
                <a:cs typeface="PMingLiU" panose="02020500000000000000" charset="-120"/>
              </a:rPr>
              <a:t>) column has a length of </a:t>
            </a:r>
            <a:r>
              <a:rPr lang="en-US" altLang="zh-TW" sz="1000" i="1">
                <a:ea typeface="PMingLiU" panose="02020500000000000000" charset="-120"/>
                <a:cs typeface="PMingLiU" panose="02020500000000000000" charset="-120"/>
              </a:rPr>
              <a:t>n </a:t>
            </a:r>
            <a:r>
              <a:rPr lang="en-US" altLang="zh-TW" sz="1000">
                <a:ea typeface="PMingLiU" panose="02020500000000000000" charset="-120"/>
                <a:cs typeface="PMingLiU" panose="02020500000000000000" charset="-120"/>
              </a:rPr>
              <a:t>bytes</a:t>
            </a:r>
            <a:r>
              <a:rPr lang="en-US" altLang="zh-TW" sz="1000" i="1">
                <a:ea typeface="PMingLiU" panose="02020500000000000000" charset="-120"/>
                <a:cs typeface="PMingLiU" panose="02020500000000000000" charset="-120"/>
              </a:rPr>
              <a:t>,</a:t>
            </a:r>
            <a:r>
              <a:rPr lang="en-US" altLang="zh-TW" sz="1000">
                <a:ea typeface="PMingLiU" panose="02020500000000000000" charset="-120"/>
                <a:cs typeface="PMingLiU" panose="02020500000000000000" charset="-120"/>
              </a:rPr>
              <a:t> where 1 ≤</a:t>
            </a:r>
            <a:r>
              <a:rPr lang="en-US" altLang="zh-TW" sz="1000" i="1">
                <a:ea typeface="PMingLiU" panose="02020500000000000000" charset="-120"/>
                <a:cs typeface="PMingLiU" panose="02020500000000000000" charset="-120"/>
              </a:rPr>
              <a:t> n</a:t>
            </a:r>
            <a:r>
              <a:rPr lang="en-US" altLang="zh-TW" sz="1000">
                <a:ea typeface="PMingLiU" panose="02020500000000000000" charset="-120"/>
                <a:cs typeface="PMingLiU" panose="02020500000000000000" charset="-120"/>
              </a:rPr>
              <a:t> ≤ 32,767. If you do not specify </a:t>
            </a:r>
            <a:r>
              <a:rPr lang="en-US" altLang="zh-TW" sz="1000" i="1">
                <a:ea typeface="PMingLiU" panose="02020500000000000000" charset="-120"/>
                <a:cs typeface="PMingLiU" panose="02020500000000000000" charset="-120"/>
              </a:rPr>
              <a:t>n</a:t>
            </a:r>
            <a:r>
              <a:rPr lang="en-US" altLang="zh-TW" sz="1000">
                <a:ea typeface="PMingLiU" panose="02020500000000000000" charset="-120"/>
                <a:cs typeface="PMingLiU" panose="02020500000000000000" charset="-120"/>
              </a:rPr>
              <a:t>, CHAR(1) is the default length. Character columns typically store alphanumeric strings, such as names, addresses, phone numbers, and so on. When a value is retrieved or stored as CHAR(</a:t>
            </a:r>
            <a:r>
              <a:rPr lang="en-US" altLang="zh-TW" sz="1000" i="1">
                <a:ea typeface="PMingLiU" panose="02020500000000000000" charset="-120"/>
                <a:cs typeface="PMingLiU" panose="02020500000000000000" charset="-120"/>
              </a:rPr>
              <a:t>n</a:t>
            </a:r>
            <a:r>
              <a:rPr lang="en-US" altLang="zh-TW" sz="1000">
                <a:ea typeface="PMingLiU" panose="02020500000000000000" charset="-120"/>
                <a:cs typeface="PMingLiU" panose="02020500000000000000" charset="-120"/>
              </a:rPr>
              <a:t>), exactly </a:t>
            </a:r>
            <a:r>
              <a:rPr lang="en-US" altLang="zh-TW" sz="1000" i="1">
                <a:ea typeface="PMingLiU" panose="02020500000000000000" charset="-120"/>
                <a:cs typeface="PMingLiU" panose="02020500000000000000" charset="-120"/>
              </a:rPr>
              <a:t>n</a:t>
            </a:r>
            <a:r>
              <a:rPr lang="en-US" altLang="zh-TW" sz="1000">
                <a:ea typeface="PMingLiU" panose="02020500000000000000" charset="-120"/>
                <a:cs typeface="PMingLiU" panose="02020500000000000000" charset="-120"/>
              </a:rPr>
              <a:t> bytes of data are transferred. If the string is shorter than </a:t>
            </a:r>
            <a:r>
              <a:rPr lang="en-US" altLang="zh-TW" sz="1000" i="1">
                <a:ea typeface="PMingLiU" panose="02020500000000000000" charset="-120"/>
                <a:cs typeface="PMingLiU" panose="02020500000000000000" charset="-120"/>
              </a:rPr>
              <a:t>n </a:t>
            </a:r>
            <a:r>
              <a:rPr lang="en-US" altLang="zh-TW" sz="1000">
                <a:ea typeface="PMingLiU" panose="02020500000000000000" charset="-120"/>
                <a:cs typeface="PMingLiU" panose="02020500000000000000" charset="-120"/>
              </a:rPr>
              <a:t>bytes, the string is extended with blank spaces up to the declared length. If the data value is longer than </a:t>
            </a:r>
            <a:r>
              <a:rPr lang="en-US" altLang="zh-TW" sz="1000" i="1">
                <a:ea typeface="PMingLiU" panose="02020500000000000000" charset="-120"/>
                <a:cs typeface="PMingLiU" panose="02020500000000000000" charset="-120"/>
              </a:rPr>
              <a:t>n </a:t>
            </a:r>
            <a:r>
              <a:rPr lang="en-US" altLang="zh-TW" sz="1000">
                <a:ea typeface="PMingLiU" panose="02020500000000000000" charset="-120"/>
                <a:cs typeface="PMingLiU" panose="02020500000000000000" charset="-120"/>
              </a:rPr>
              <a:t>bytes</a:t>
            </a:r>
            <a:r>
              <a:rPr lang="en-US" altLang="zh-TW" sz="1000" i="1">
                <a:ea typeface="PMingLiU" panose="02020500000000000000" charset="-120"/>
                <a:cs typeface="PMingLiU" panose="02020500000000000000" charset="-120"/>
              </a:rPr>
              <a:t>,</a:t>
            </a:r>
            <a:r>
              <a:rPr lang="en-US" altLang="zh-TW" sz="1000">
                <a:ea typeface="PMingLiU" panose="02020500000000000000" charset="-120"/>
                <a:cs typeface="PMingLiU" panose="02020500000000000000" charset="-120"/>
              </a:rPr>
              <a:t> a data string of length </a:t>
            </a:r>
            <a:r>
              <a:rPr lang="en-US" altLang="zh-TW" sz="1000" i="1">
                <a:ea typeface="PMingLiU" panose="02020500000000000000" charset="-120"/>
                <a:cs typeface="PMingLiU" panose="02020500000000000000" charset="-120"/>
              </a:rPr>
              <a:t>n</a:t>
            </a:r>
            <a:r>
              <a:rPr lang="en-US" altLang="zh-TW" sz="1000">
                <a:ea typeface="PMingLiU" panose="02020500000000000000" charset="-120"/>
                <a:cs typeface="PMingLiU" panose="02020500000000000000" charset="-120"/>
              </a:rPr>
              <a:t> that has been truncated from the right is inserted or retrieved, without the database server raising an exception.</a:t>
            </a:r>
            <a:endParaRPr lang="en-US" altLang="zh-TW" sz="1000">
              <a:ea typeface="PMingLiU" panose="02020500000000000000" charset="-120"/>
              <a:cs typeface="PMingLiU" panose="02020500000000000000" charset="-120"/>
            </a:endParaRPr>
          </a:p>
          <a:p>
            <a:pPr eaLnBrk="1" hangingPunct="1"/>
            <a:endParaRPr lang="en-US" altLang="zh-TW" sz="1000">
              <a:ea typeface="PMingLiU" panose="02020500000000000000" charset="-120"/>
              <a:cs typeface="PMingLiU" panose="02020500000000000000" charset="-120"/>
            </a:endParaRPr>
          </a:p>
          <a:p>
            <a:pPr eaLnBrk="1" hangingPunct="1"/>
            <a:r>
              <a:rPr lang="en-US" altLang="zh-TW" sz="1000">
                <a:ea typeface="PMingLiU" panose="02020500000000000000" charset="-120"/>
                <a:cs typeface="PMingLiU" panose="02020500000000000000" charset="-120"/>
                <a:hlinkClick r:id="rId3"/>
              </a:rPr>
              <a:t>LVARCHAR(m) (IDS)</a:t>
            </a:r>
            <a:endParaRPr lang="en-US" altLang="zh-TW" sz="1000">
              <a:ea typeface="PMingLiU" panose="02020500000000000000" charset="-120"/>
              <a:cs typeface="PMingLiU" panose="02020500000000000000" charset="-120"/>
            </a:endParaRPr>
          </a:p>
          <a:p>
            <a:pPr eaLnBrk="1" hangingPunct="1"/>
            <a:r>
              <a:rPr lang="en-US" altLang="zh-TW" sz="1000">
                <a:ea typeface="PMingLiU" panose="02020500000000000000" charset="-120"/>
                <a:cs typeface="PMingLiU" panose="02020500000000000000" charset="-120"/>
              </a:rPr>
              <a:t>You can use the LVARCHAR data type to create a column for storing variable-length character strings whose upper limit (</a:t>
            </a:r>
            <a:r>
              <a:rPr lang="en-US" altLang="zh-TW" sz="1000" i="1">
                <a:ea typeface="PMingLiU" panose="02020500000000000000" charset="-120"/>
                <a:cs typeface="PMingLiU" panose="02020500000000000000" charset="-120"/>
              </a:rPr>
              <a:t>m</a:t>
            </a:r>
            <a:r>
              <a:rPr lang="en-US" altLang="zh-TW" sz="1000">
                <a:ea typeface="PMingLiU" panose="02020500000000000000" charset="-120"/>
                <a:cs typeface="PMingLiU" panose="02020500000000000000" charset="-120"/>
              </a:rPr>
              <a:t>) can be up to 32,739 bytes. (You can use the VARCHAR data type for strings no longer than 255 bytes.) </a:t>
            </a:r>
            <a:endParaRPr lang="en-US" altLang="zh-TW" sz="1000">
              <a:ea typeface="PMingLiU" panose="02020500000000000000" charset="-120"/>
              <a:cs typeface="PMingLiU" panose="02020500000000000000" charset="-120"/>
            </a:endParaRPr>
          </a:p>
          <a:p>
            <a:pPr eaLnBrk="1" hangingPunct="1"/>
            <a:r>
              <a:rPr lang="en-US" altLang="zh-TW" sz="1000">
                <a:ea typeface="PMingLiU" panose="02020500000000000000" charset="-120"/>
                <a:cs typeface="PMingLiU" panose="02020500000000000000" charset="-120"/>
              </a:rPr>
              <a:t>By default, the database server interprets quoted strings as LVARCHAR types. It also uses LVARCHAR for input and output casts for opaque data types. </a:t>
            </a:r>
            <a:endParaRPr lang="en-US" altLang="zh-TW" sz="1000">
              <a:ea typeface="PMingLiU" panose="02020500000000000000" charset="-120"/>
              <a:cs typeface="PMingLiU" panose="02020500000000000000" charset="-120"/>
            </a:endParaRPr>
          </a:p>
          <a:p>
            <a:pPr eaLnBrk="1" hangingPunct="1"/>
            <a:r>
              <a:rPr lang="en-US" altLang="zh-TW" sz="1000">
                <a:ea typeface="PMingLiU" panose="02020500000000000000" charset="-120"/>
                <a:cs typeface="PMingLiU" panose="02020500000000000000" charset="-120"/>
              </a:rPr>
              <a:t>The LVARCHAR data type stores opaque data types in the string (external) format. Each opaque type has an input support function and cast, which convert it from LVARCHAR to a form that database servers can manipulate. Each opaque type also has an output support function and cast, which convert it from its internal representation to LVARCHAR</a:t>
            </a:r>
            <a:endParaRPr lang="en-US" altLang="zh-TW" sz="1000">
              <a:ea typeface="PMingLiU" panose="02020500000000000000" charset="-120"/>
              <a:cs typeface="PMingLiU" panose="02020500000000000000" charset="-12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幻灯片图像占位符 1"/>
          <p:cNvSpPr>
            <a:spLocks noGrp="1" noRot="1" noChangeAspect="1" noTextEdit="1"/>
          </p:cNvSpPr>
          <p:nvPr>
            <p:ph type="sldImg"/>
          </p:nvPr>
        </p:nvSpPr>
        <p:spPr/>
      </p:sp>
      <p:sp>
        <p:nvSpPr>
          <p:cNvPr id="95235" name="备注占位符 2"/>
          <p:cNvSpPr>
            <a:spLocks noGrp="1"/>
          </p:cNvSpPr>
          <p:nvPr>
            <p:ph type="body" idx="1"/>
          </p:nvPr>
        </p:nvSpPr>
        <p:spPr>
          <a:noFill/>
        </p:spPr>
        <p:txBody>
          <a:bodyPr/>
          <a:lstStyle/>
          <a:p>
            <a:pPr eaLnBrk="1" hangingPunct="1"/>
            <a:endParaRPr lang="zh-CN" altLang="en-US">
              <a:cs typeface="宋体" panose="02010600030101010101" pitchFamily="2" charset="-122"/>
            </a:endParaRPr>
          </a:p>
        </p:txBody>
      </p:sp>
      <p:sp>
        <p:nvSpPr>
          <p:cNvPr id="95236" name="灯片编号占位符 3"/>
          <p:cNvSpPr>
            <a:spLocks noGrp="1"/>
          </p:cNvSpPr>
          <p:nvPr>
            <p:ph type="sldNum" sz="quarter" idx="5"/>
          </p:nvPr>
        </p:nvSpPr>
        <p:spPr>
          <a:noFill/>
        </p:spPr>
        <p:txBody>
          <a:bodyPr/>
          <a:lstStyle>
            <a:lvl1pPr defTabSz="9144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1pPr>
            <a:lvl2pPr marL="728980" indent="-280670" defTabSz="9144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2pPr>
            <a:lvl3pPr marL="1121410" indent="-224155" defTabSz="9144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3pPr>
            <a:lvl4pPr marL="1570355" indent="-224155" defTabSz="9144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4pPr>
            <a:lvl5pPr marL="2018665" indent="-224155" defTabSz="9144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5pPr>
            <a:lvl6pPr marL="2467610" indent="-224155" defTabSz="9144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6pPr>
            <a:lvl7pPr marL="2915920" indent="-224155" defTabSz="9144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7pPr>
            <a:lvl8pPr marL="3364865" indent="-224155" defTabSz="9144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8pPr>
            <a:lvl9pPr marL="3813810" indent="-224155" defTabSz="9144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9pPr>
          </a:lstStyle>
          <a:p>
            <a:pPr eaLnBrk="1" hangingPunct="1"/>
            <a:fld id="{0C5B7603-CF42-B247-A4B9-7E6132281F25}" type="slidenum">
              <a:rPr lang="en-US" altLang="zh-TW" sz="1300">
                <a:solidFill>
                  <a:schemeClr val="tx1"/>
                </a:solidFill>
                <a:ea typeface="宋体" panose="02010600030101010101" pitchFamily="2" charset="-122"/>
                <a:cs typeface="宋体" panose="02010600030101010101" pitchFamily="2" charset="-122"/>
              </a:rPr>
            </a:fld>
            <a:endParaRPr lang="en-US" altLang="zh-TW" sz="1300">
              <a:solidFill>
                <a:schemeClr val="tx1"/>
              </a:solidFill>
              <a:ea typeface="宋体" panose="02010600030101010101" pitchFamily="2" charset="-122"/>
              <a:cs typeface="宋体" panose="02010600030101010101" pitchFamily="2" charset="-122"/>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p:spPr>
        <p:txBody>
          <a:bodyPr/>
          <a:lstStyle>
            <a:lvl1pPr defTabSz="9144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1pPr>
            <a:lvl2pPr marL="728980" indent="-280670" defTabSz="9144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2pPr>
            <a:lvl3pPr marL="1121410" indent="-224155" defTabSz="9144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3pPr>
            <a:lvl4pPr marL="1570355" indent="-224155" defTabSz="9144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4pPr>
            <a:lvl5pPr marL="2018665" indent="-224155" defTabSz="9144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5pPr>
            <a:lvl6pPr marL="2467610" indent="-224155" defTabSz="9144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6pPr>
            <a:lvl7pPr marL="2915920" indent="-224155" defTabSz="9144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7pPr>
            <a:lvl8pPr marL="3364865" indent="-224155" defTabSz="9144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8pPr>
            <a:lvl9pPr marL="3813810" indent="-224155" defTabSz="9144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9pPr>
          </a:lstStyle>
          <a:p>
            <a:pPr eaLnBrk="1" hangingPunct="1"/>
            <a:fld id="{EEB33C9B-9CC7-EF4A-AC2D-BB8815E6D734}" type="slidenum">
              <a:rPr lang="en-US" altLang="zh-TW" sz="1300">
                <a:solidFill>
                  <a:schemeClr val="tx1"/>
                </a:solidFill>
                <a:ea typeface="宋体" panose="02010600030101010101" pitchFamily="2" charset="-122"/>
                <a:cs typeface="宋体" panose="02010600030101010101" pitchFamily="2" charset="-122"/>
              </a:rPr>
            </a:fld>
            <a:endParaRPr lang="en-US" altLang="zh-TW" sz="1300">
              <a:solidFill>
                <a:schemeClr val="tx1"/>
              </a:solidFill>
              <a:ea typeface="宋体" panose="02010600030101010101" pitchFamily="2" charset="-122"/>
              <a:cs typeface="宋体" panose="02010600030101010101" pitchFamily="2" charset="-122"/>
            </a:endParaRPr>
          </a:p>
        </p:txBody>
      </p:sp>
      <p:sp>
        <p:nvSpPr>
          <p:cNvPr id="96259" name="Rectangle 2"/>
          <p:cNvSpPr>
            <a:spLocks noGrp="1" noRot="1" noChangeAspect="1" noChangeArrowheads="1" noTextEdit="1"/>
          </p:cNvSpPr>
          <p:nvPr>
            <p:ph type="sldImg"/>
          </p:nvPr>
        </p:nvSpPr>
        <p:spPr/>
      </p:sp>
      <p:sp>
        <p:nvSpPr>
          <p:cNvPr id="96260" name="Rectangle 3"/>
          <p:cNvSpPr>
            <a:spLocks noGrp="1" noChangeArrowheads="1"/>
          </p:cNvSpPr>
          <p:nvPr>
            <p:ph type="body" idx="1"/>
          </p:nvPr>
        </p:nvSpPr>
        <p:spPr>
          <a:noFill/>
        </p:spPr>
        <p:txBody>
          <a:bodyPr/>
          <a:lstStyle/>
          <a:p>
            <a:pPr eaLnBrk="1" hangingPunct="1"/>
            <a:r>
              <a:rPr lang="en-US" altLang="zh-TW">
                <a:ea typeface="PMingLiU" panose="02020500000000000000" charset="-120"/>
                <a:cs typeface="PMingLiU" panose="02020500000000000000" charset="-120"/>
              </a:rPr>
              <a:t>Example using ESQL/C:</a:t>
            </a:r>
            <a:endParaRPr lang="en-US" altLang="zh-TW">
              <a:ea typeface="PMingLiU" panose="02020500000000000000" charset="-120"/>
              <a:cs typeface="PMingLiU" panose="02020500000000000000" charset="-120"/>
            </a:endParaRPr>
          </a:p>
          <a:p>
            <a:pPr eaLnBrk="1" hangingPunct="1"/>
            <a:r>
              <a:rPr lang="en-US" altLang="zh-TW">
                <a:ea typeface="PMingLiU" panose="02020500000000000000" charset="-120"/>
                <a:cs typeface="PMingLiU" panose="02020500000000000000" charset="-120"/>
              </a:rPr>
              <a:t>sprintf (custqry, "%s %s",</a:t>
            </a:r>
            <a:endParaRPr lang="en-US" altLang="zh-TW">
              <a:ea typeface="PMingLiU" panose="02020500000000000000" charset="-120"/>
              <a:cs typeface="PMingLiU" panose="02020500000000000000" charset="-120"/>
            </a:endParaRPr>
          </a:p>
          <a:p>
            <a:pPr eaLnBrk="1" hangingPunct="1"/>
            <a:r>
              <a:rPr lang="en-US" altLang="zh-TW">
                <a:ea typeface="PMingLiU" panose="02020500000000000000" charset="-120"/>
                <a:cs typeface="PMingLiU" panose="02020500000000000000" charset="-120"/>
              </a:rPr>
              <a:t>"</a:t>
            </a:r>
            <a:r>
              <a:rPr lang="en-US" altLang="zh-TW" b="1">
                <a:ea typeface="PMingLiU" panose="02020500000000000000" charset="-120"/>
                <a:cs typeface="PMingLiU" panose="02020500000000000000" charset="-120"/>
              </a:rPr>
              <a:t>DELETE FROM customer </a:t>
            </a:r>
            <a:r>
              <a:rPr lang="en-US" altLang="zh-TW">
                <a:ea typeface="PMingLiU" panose="02020500000000000000" charset="-120"/>
                <a:cs typeface="PMingLiU" panose="02020500000000000000" charset="-120"/>
              </a:rPr>
              <a:t>",</a:t>
            </a:r>
            <a:endParaRPr lang="en-US" altLang="zh-TW">
              <a:ea typeface="PMingLiU" panose="02020500000000000000" charset="-120"/>
              <a:cs typeface="PMingLiU" panose="02020500000000000000" charset="-120"/>
            </a:endParaRPr>
          </a:p>
          <a:p>
            <a:pPr eaLnBrk="1" hangingPunct="1"/>
            <a:r>
              <a:rPr lang="en-US" altLang="zh-TW">
                <a:ea typeface="PMingLiU" panose="02020500000000000000" charset="-120"/>
                <a:cs typeface="PMingLiU" panose="02020500000000000000" charset="-120"/>
              </a:rPr>
              <a:t>" </a:t>
            </a:r>
            <a:r>
              <a:rPr lang="en-US" altLang="zh-TW" b="1">
                <a:ea typeface="PMingLiU" panose="02020500000000000000" charset="-120"/>
                <a:cs typeface="PMingLiU" panose="02020500000000000000" charset="-120"/>
              </a:rPr>
              <a:t>WHERE state = ? </a:t>
            </a:r>
            <a:r>
              <a:rPr lang="en-US" altLang="zh-TW">
                <a:ea typeface="PMingLiU" panose="02020500000000000000" charset="-120"/>
                <a:cs typeface="PMingLiU" panose="02020500000000000000" charset="-120"/>
              </a:rPr>
              <a:t>");</a:t>
            </a:r>
            <a:endParaRPr lang="en-US" altLang="zh-TW">
              <a:ea typeface="PMingLiU" panose="02020500000000000000" charset="-120"/>
              <a:cs typeface="PMingLiU" panose="02020500000000000000" charset="-120"/>
            </a:endParaRPr>
          </a:p>
          <a:p>
            <a:pPr eaLnBrk="1" hangingPunct="1"/>
            <a:r>
              <a:rPr lang="en-US" altLang="zh-TW">
                <a:ea typeface="PMingLiU" panose="02020500000000000000" charset="-120"/>
                <a:cs typeface="PMingLiU" panose="02020500000000000000" charset="-120"/>
              </a:rPr>
              <a:t>EXEC SQL </a:t>
            </a:r>
            <a:r>
              <a:rPr lang="en-US" altLang="zh-TW" b="1">
                <a:ea typeface="PMingLiU" panose="02020500000000000000" charset="-120"/>
                <a:cs typeface="PMingLiU" panose="02020500000000000000" charset="-120"/>
              </a:rPr>
              <a:t>PREPARE prep_1 FROM :custqry</a:t>
            </a:r>
            <a:r>
              <a:rPr lang="en-US" altLang="zh-TW">
                <a:ea typeface="PMingLiU" panose="02020500000000000000" charset="-120"/>
                <a:cs typeface="PMingLiU" panose="02020500000000000000" charset="-120"/>
              </a:rPr>
              <a:t>;</a:t>
            </a:r>
            <a:endParaRPr lang="en-US" altLang="zh-TW">
              <a:ea typeface="PMingLiU" panose="02020500000000000000" charset="-120"/>
              <a:cs typeface="PMingLiU" panose="02020500000000000000" charset="-120"/>
            </a:endParaRPr>
          </a:p>
          <a:p>
            <a:pPr eaLnBrk="1" hangingPunct="1"/>
            <a:r>
              <a:rPr lang="en-US" altLang="zh-TW">
                <a:ea typeface="PMingLiU" panose="02020500000000000000" charset="-120"/>
                <a:cs typeface="PMingLiU" panose="02020500000000000000" charset="-120"/>
              </a:rPr>
              <a:t>EXEC SQL </a:t>
            </a:r>
            <a:r>
              <a:rPr lang="en-US" altLang="zh-TW" b="1">
                <a:ea typeface="PMingLiU" panose="02020500000000000000" charset="-120"/>
                <a:cs typeface="PMingLiU" panose="02020500000000000000" charset="-120"/>
              </a:rPr>
              <a:t>EXECUTE prep_1 USING :inpstate</a:t>
            </a:r>
            <a:r>
              <a:rPr lang="en-US" altLang="zh-TW">
                <a:ea typeface="PMingLiU" panose="02020500000000000000" charset="-120"/>
                <a:cs typeface="PMingLiU" panose="02020500000000000000" charset="-120"/>
              </a:rPr>
              <a:t>;</a:t>
            </a:r>
            <a:endParaRPr lang="en-US" altLang="zh-TW">
              <a:ea typeface="PMingLiU" panose="02020500000000000000" charset="-120"/>
              <a:cs typeface="PMingLiU" panose="02020500000000000000" charset="-120"/>
            </a:endParaRPr>
          </a:p>
          <a:p>
            <a:pPr eaLnBrk="1" hangingPunct="1"/>
            <a:r>
              <a:rPr lang="en-US" altLang="zh-TW">
                <a:ea typeface="PMingLiU" panose="02020500000000000000" charset="-120"/>
                <a:cs typeface="PMingLiU" panose="02020500000000000000" charset="-120"/>
              </a:rPr>
              <a:t>...</a:t>
            </a:r>
            <a:endParaRPr lang="en-US" altLang="zh-TW">
              <a:ea typeface="PMingLiU" panose="02020500000000000000" charset="-120"/>
              <a:cs typeface="PMingLiU" panose="02020500000000000000" charset="-120"/>
            </a:endParaRPr>
          </a:p>
          <a:p>
            <a:pPr eaLnBrk="1" hangingPunct="1"/>
            <a:r>
              <a:rPr lang="en-US" altLang="zh-TW">
                <a:ea typeface="PMingLiU" panose="02020500000000000000" charset="-120"/>
                <a:cs typeface="PMingLiU" panose="02020500000000000000" charset="-120"/>
              </a:rPr>
              <a:t>...</a:t>
            </a:r>
            <a:endParaRPr lang="en-US" altLang="zh-TW">
              <a:ea typeface="PMingLiU" panose="02020500000000000000" charset="-120"/>
              <a:cs typeface="PMingLiU" panose="02020500000000000000" charset="-120"/>
            </a:endParaRPr>
          </a:p>
          <a:p>
            <a:pPr eaLnBrk="1" hangingPunct="1"/>
            <a:r>
              <a:rPr lang="en-US" altLang="zh-TW">
                <a:ea typeface="PMingLiU" panose="02020500000000000000" charset="-120"/>
                <a:cs typeface="PMingLiU" panose="02020500000000000000" charset="-120"/>
              </a:rPr>
              <a:t>EXEC SQL </a:t>
            </a:r>
            <a:r>
              <a:rPr lang="en-US" altLang="zh-TW" b="1">
                <a:ea typeface="PMingLiU" panose="02020500000000000000" charset="-120"/>
                <a:cs typeface="PMingLiU" panose="02020500000000000000" charset="-120"/>
              </a:rPr>
              <a:t>FREE prep_1</a:t>
            </a:r>
            <a:r>
              <a:rPr lang="en-US" altLang="zh-TW">
                <a:ea typeface="PMingLiU" panose="02020500000000000000" charset="-120"/>
                <a:cs typeface="PMingLiU" panose="02020500000000000000" charset="-120"/>
              </a:rPr>
              <a:t>;</a:t>
            </a:r>
            <a:endParaRPr lang="en-US" altLang="zh-TW">
              <a:ea typeface="PMingLiU" panose="02020500000000000000" charset="-120"/>
              <a:cs typeface="PMingLiU" panose="02020500000000000000" charset="-120"/>
            </a:endParaRPr>
          </a:p>
          <a:p>
            <a:pPr eaLnBrk="1" hangingPunct="1"/>
            <a:endParaRPr lang="en-US" altLang="zh-TW">
              <a:ea typeface="PMingLiU" panose="02020500000000000000" charset="-120"/>
              <a:cs typeface="PMingLiU" panose="02020500000000000000" charset="-12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p:spPr>
        <p:txBody>
          <a:bodyPr/>
          <a:lstStyle>
            <a:lvl1pPr defTabSz="9144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1pPr>
            <a:lvl2pPr marL="728980" indent="-280670" defTabSz="9144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2pPr>
            <a:lvl3pPr marL="1121410" indent="-224155" defTabSz="9144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3pPr>
            <a:lvl4pPr marL="1570355" indent="-224155" defTabSz="9144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4pPr>
            <a:lvl5pPr marL="2018665" indent="-224155" defTabSz="9144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5pPr>
            <a:lvl6pPr marL="2467610" indent="-224155" defTabSz="9144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6pPr>
            <a:lvl7pPr marL="2915920" indent="-224155" defTabSz="9144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7pPr>
            <a:lvl8pPr marL="3364865" indent="-224155" defTabSz="9144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8pPr>
            <a:lvl9pPr marL="3813810" indent="-224155" defTabSz="9144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9pPr>
          </a:lstStyle>
          <a:p>
            <a:pPr eaLnBrk="1" hangingPunct="1"/>
            <a:fld id="{EBDDC0F4-1283-FE41-A9C4-480F9D98D8CA}" type="slidenum">
              <a:rPr lang="en-US" altLang="zh-TW" sz="1300">
                <a:solidFill>
                  <a:schemeClr val="tx1"/>
                </a:solidFill>
                <a:ea typeface="宋体" panose="02010600030101010101" pitchFamily="2" charset="-122"/>
                <a:cs typeface="宋体" panose="02010600030101010101" pitchFamily="2" charset="-122"/>
              </a:rPr>
            </a:fld>
            <a:endParaRPr lang="en-US" altLang="zh-TW" sz="1300">
              <a:solidFill>
                <a:schemeClr val="tx1"/>
              </a:solidFill>
              <a:ea typeface="宋体" panose="02010600030101010101" pitchFamily="2" charset="-122"/>
              <a:cs typeface="宋体" panose="02010600030101010101" pitchFamily="2" charset="-122"/>
            </a:endParaRPr>
          </a:p>
        </p:txBody>
      </p:sp>
      <p:sp>
        <p:nvSpPr>
          <p:cNvPr id="97283" name="Rectangle 2"/>
          <p:cNvSpPr>
            <a:spLocks noGrp="1" noRot="1" noChangeAspect="1" noChangeArrowheads="1" noTextEdit="1"/>
          </p:cNvSpPr>
          <p:nvPr>
            <p:ph type="sldImg"/>
          </p:nvPr>
        </p:nvSpPr>
        <p:spPr/>
      </p:sp>
      <p:sp>
        <p:nvSpPr>
          <p:cNvPr id="97284" name="Rectangle 3"/>
          <p:cNvSpPr>
            <a:spLocks noGrp="1" noChangeArrowheads="1"/>
          </p:cNvSpPr>
          <p:nvPr>
            <p:ph type="body" idx="1"/>
          </p:nvPr>
        </p:nvSpPr>
        <p:spPr>
          <a:noFill/>
        </p:spPr>
        <p:txBody>
          <a:bodyPr/>
          <a:lstStyle/>
          <a:p>
            <a:pPr eaLnBrk="1" hangingPunct="1"/>
            <a:r>
              <a:rPr lang="en-US" altLang="zh-TW">
                <a:ea typeface="PMingLiU" panose="02020500000000000000" charset="-120"/>
                <a:cs typeface="PMingLiU" panose="02020500000000000000" charset="-120"/>
              </a:rPr>
              <a:t>SQL statements that are executed multiple times are parsed each time.</a:t>
            </a:r>
            <a:endParaRPr lang="en-US" altLang="zh-TW">
              <a:ea typeface="PMingLiU" panose="02020500000000000000" charset="-120"/>
              <a:cs typeface="PMingLiU" panose="02020500000000000000" charset="-120"/>
            </a:endParaRPr>
          </a:p>
          <a:p>
            <a:pPr eaLnBrk="1" hangingPunct="1"/>
            <a:r>
              <a:rPr lang="en-US" altLang="zh-TW">
                <a:ea typeface="PMingLiU" panose="02020500000000000000" charset="-120"/>
                <a:cs typeface="PMingLiU" panose="02020500000000000000" charset="-120"/>
              </a:rPr>
              <a:t> An initialization routine can PREPARE the statement.</a:t>
            </a:r>
            <a:endParaRPr lang="en-US" altLang="zh-TW">
              <a:ea typeface="PMingLiU" panose="02020500000000000000" charset="-120"/>
              <a:cs typeface="PMingLiU" panose="02020500000000000000" charset="-120"/>
            </a:endParaRPr>
          </a:p>
          <a:p>
            <a:pPr eaLnBrk="1" hangingPunct="1"/>
            <a:r>
              <a:rPr lang="en-US" altLang="zh-TW">
                <a:ea typeface="PMingLiU" panose="02020500000000000000" charset="-120"/>
                <a:cs typeface="PMingLiU" panose="02020500000000000000" charset="-120"/>
              </a:rPr>
              <a:t> Parsing will be done only once.</a:t>
            </a:r>
            <a:endParaRPr lang="en-US" altLang="zh-TW">
              <a:ea typeface="PMingLiU" panose="02020500000000000000" charset="-120"/>
              <a:cs typeface="PMingLiU" panose="02020500000000000000" charset="-120"/>
            </a:endParaRPr>
          </a:p>
          <a:p>
            <a:pPr eaLnBrk="1" hangingPunct="1"/>
            <a:endParaRPr lang="en-US" altLang="zh-TW">
              <a:ea typeface="PMingLiU" panose="02020500000000000000" charset="-120"/>
              <a:cs typeface="PMingLiU" panose="02020500000000000000" charset="-120"/>
            </a:endParaRPr>
          </a:p>
          <a:p>
            <a:pPr eaLnBrk="1" hangingPunct="1"/>
            <a:endParaRPr lang="en-US" altLang="zh-TW">
              <a:ea typeface="PMingLiU" panose="02020500000000000000" charset="-120"/>
              <a:cs typeface="PMingLiU" panose="02020500000000000000" charset="-12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p:spPr>
        <p:txBody>
          <a:bodyPr/>
          <a:lstStyle>
            <a:lvl1pPr defTabSz="9144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1pPr>
            <a:lvl2pPr marL="728980" indent="-280670" defTabSz="9144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2pPr>
            <a:lvl3pPr marL="1121410" indent="-224155" defTabSz="9144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3pPr>
            <a:lvl4pPr marL="1570355" indent="-224155" defTabSz="9144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4pPr>
            <a:lvl5pPr marL="2018665" indent="-224155" defTabSz="9144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5pPr>
            <a:lvl6pPr marL="2467610" indent="-224155" defTabSz="9144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6pPr>
            <a:lvl7pPr marL="2915920" indent="-224155" defTabSz="9144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7pPr>
            <a:lvl8pPr marL="3364865" indent="-224155" defTabSz="9144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8pPr>
            <a:lvl9pPr marL="3813810" indent="-224155" defTabSz="9144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9pPr>
          </a:lstStyle>
          <a:p>
            <a:pPr eaLnBrk="1" hangingPunct="1"/>
            <a:fld id="{4DA8D592-902B-DF41-AAB3-4FFFA51D8A31}" type="slidenum">
              <a:rPr lang="en-US" altLang="zh-TW" sz="1300">
                <a:solidFill>
                  <a:schemeClr val="tx1"/>
                </a:solidFill>
                <a:ea typeface="宋体" panose="02010600030101010101" pitchFamily="2" charset="-122"/>
                <a:cs typeface="宋体" panose="02010600030101010101" pitchFamily="2" charset="-122"/>
              </a:rPr>
            </a:fld>
            <a:endParaRPr lang="en-US" altLang="zh-TW" sz="1300">
              <a:solidFill>
                <a:schemeClr val="tx1"/>
              </a:solidFill>
              <a:ea typeface="宋体" panose="02010600030101010101" pitchFamily="2" charset="-122"/>
              <a:cs typeface="宋体" panose="02010600030101010101" pitchFamily="2" charset="-122"/>
            </a:endParaRPr>
          </a:p>
        </p:txBody>
      </p:sp>
      <p:sp>
        <p:nvSpPr>
          <p:cNvPr id="98307" name="Rectangle 2"/>
          <p:cNvSpPr>
            <a:spLocks noGrp="1" noRot="1" noChangeAspect="1" noChangeArrowheads="1" noTextEdit="1"/>
          </p:cNvSpPr>
          <p:nvPr>
            <p:ph type="sldImg"/>
          </p:nvPr>
        </p:nvSpPr>
        <p:spPr/>
      </p:sp>
      <p:sp>
        <p:nvSpPr>
          <p:cNvPr id="98308" name="Rectangle 3"/>
          <p:cNvSpPr>
            <a:spLocks noGrp="1" noChangeArrowheads="1"/>
          </p:cNvSpPr>
          <p:nvPr>
            <p:ph type="body" idx="1"/>
          </p:nvPr>
        </p:nvSpPr>
        <p:spPr>
          <a:noFill/>
        </p:spPr>
        <p:txBody>
          <a:bodyPr/>
          <a:lstStyle/>
          <a:p>
            <a:pPr eaLnBrk="1" hangingPunct="1"/>
            <a:r>
              <a:rPr lang="en-US" altLang="zh-TW">
                <a:ea typeface="PMingLiU" panose="02020500000000000000" charset="-120"/>
                <a:cs typeface="PMingLiU" panose="02020500000000000000" charset="-120"/>
              </a:rPr>
              <a:t>Customer_type not in (“u”, “v”, “x”, “y”, “z”, “O”)</a:t>
            </a:r>
            <a:endParaRPr lang="en-US" altLang="zh-TW">
              <a:ea typeface="PMingLiU" panose="02020500000000000000" charset="-120"/>
              <a:cs typeface="PMingLiU" panose="02020500000000000000" charset="-12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p:spPr>
        <p:txBody>
          <a:bodyPr/>
          <a:lstStyle>
            <a:lvl1pPr defTabSz="9144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1pPr>
            <a:lvl2pPr marL="728980" indent="-280670" defTabSz="9144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2pPr>
            <a:lvl3pPr marL="1121410" indent="-224155" defTabSz="9144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3pPr>
            <a:lvl4pPr marL="1570355" indent="-224155" defTabSz="9144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4pPr>
            <a:lvl5pPr marL="2018665" indent="-224155" defTabSz="9144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5pPr>
            <a:lvl6pPr marL="2467610" indent="-224155" defTabSz="9144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6pPr>
            <a:lvl7pPr marL="2915920" indent="-224155" defTabSz="9144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7pPr>
            <a:lvl8pPr marL="3364865" indent="-224155" defTabSz="9144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8pPr>
            <a:lvl9pPr marL="3813810" indent="-224155" defTabSz="9144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9pPr>
          </a:lstStyle>
          <a:p>
            <a:pPr eaLnBrk="1" hangingPunct="1"/>
            <a:fld id="{A4947B4E-F1BD-7E49-BE16-8F390142B8ED}" type="slidenum">
              <a:rPr lang="en-US" altLang="zh-TW" sz="1300">
                <a:solidFill>
                  <a:schemeClr val="tx1"/>
                </a:solidFill>
                <a:ea typeface="宋体" panose="02010600030101010101" pitchFamily="2" charset="-122"/>
                <a:cs typeface="宋体" panose="02010600030101010101" pitchFamily="2" charset="-122"/>
              </a:rPr>
            </a:fld>
            <a:endParaRPr lang="en-US" altLang="zh-TW" sz="1300">
              <a:solidFill>
                <a:schemeClr val="tx1"/>
              </a:solidFill>
              <a:ea typeface="宋体" panose="02010600030101010101" pitchFamily="2" charset="-122"/>
              <a:cs typeface="宋体" panose="02010600030101010101" pitchFamily="2" charset="-122"/>
            </a:endParaRPr>
          </a:p>
        </p:txBody>
      </p:sp>
      <p:sp>
        <p:nvSpPr>
          <p:cNvPr id="99331" name="Rectangle 2"/>
          <p:cNvSpPr>
            <a:spLocks noGrp="1" noRot="1" noChangeAspect="1" noChangeArrowheads="1" noTextEdit="1"/>
          </p:cNvSpPr>
          <p:nvPr>
            <p:ph type="sldImg"/>
          </p:nvPr>
        </p:nvSpPr>
        <p:spPr/>
      </p:sp>
      <p:sp>
        <p:nvSpPr>
          <p:cNvPr id="99332" name="Rectangle 3"/>
          <p:cNvSpPr>
            <a:spLocks noGrp="1" noChangeArrowheads="1"/>
          </p:cNvSpPr>
          <p:nvPr>
            <p:ph type="body" idx="1"/>
          </p:nvPr>
        </p:nvSpPr>
        <p:spPr>
          <a:noFill/>
        </p:spPr>
        <p:txBody>
          <a:bodyPr/>
          <a:lstStyle/>
          <a:p>
            <a:pPr eaLnBrk="1" hangingPunct="1"/>
            <a:r>
              <a:rPr lang="en-US" altLang="zh-TW" sz="1000">
                <a:ea typeface="PMingLiU" panose="02020500000000000000" charset="-120"/>
                <a:cs typeface="PMingLiU" panose="02020500000000000000" charset="-120"/>
              </a:rPr>
              <a:t>SELECT customer_num, state, sname</a:t>
            </a:r>
            <a:endParaRPr lang="en-US" altLang="zh-TW" sz="1000">
              <a:ea typeface="PMingLiU" panose="02020500000000000000" charset="-120"/>
              <a:cs typeface="PMingLiU" panose="02020500000000000000" charset="-120"/>
            </a:endParaRPr>
          </a:p>
          <a:p>
            <a:pPr eaLnBrk="1" hangingPunct="1"/>
            <a:r>
              <a:rPr lang="en-US" altLang="zh-TW" sz="1000">
                <a:ea typeface="PMingLiU" panose="02020500000000000000" charset="-120"/>
                <a:cs typeface="PMingLiU" panose="02020500000000000000" charset="-120"/>
              </a:rPr>
              <a:t>FROM customer, state</a:t>
            </a:r>
            <a:endParaRPr lang="en-US" altLang="zh-TW" sz="1000">
              <a:ea typeface="PMingLiU" panose="02020500000000000000" charset="-120"/>
              <a:cs typeface="PMingLiU" panose="02020500000000000000" charset="-120"/>
            </a:endParaRPr>
          </a:p>
          <a:p>
            <a:pPr eaLnBrk="1" hangingPunct="1"/>
            <a:r>
              <a:rPr lang="en-US" altLang="zh-TW" sz="1000">
                <a:ea typeface="PMingLiU" panose="02020500000000000000" charset="-120"/>
                <a:cs typeface="PMingLiU" panose="02020500000000000000" charset="-120"/>
              </a:rPr>
              <a:t>customer_num state sname</a:t>
            </a:r>
            <a:endParaRPr lang="en-US" altLang="zh-TW" sz="1000">
              <a:ea typeface="PMingLiU" panose="02020500000000000000" charset="-120"/>
              <a:cs typeface="PMingLiU" panose="02020500000000000000" charset="-120"/>
            </a:endParaRPr>
          </a:p>
          <a:p>
            <a:pPr eaLnBrk="1" hangingPunct="1"/>
            <a:r>
              <a:rPr lang="en-US" altLang="zh-TW" sz="1000">
                <a:ea typeface="PMingLiU" panose="02020500000000000000" charset="-120"/>
                <a:cs typeface="PMingLiU" panose="02020500000000000000" charset="-120"/>
              </a:rPr>
              <a:t>101 CA Alaska</a:t>
            </a:r>
            <a:endParaRPr lang="en-US" altLang="zh-TW" sz="1000">
              <a:ea typeface="PMingLiU" panose="02020500000000000000" charset="-120"/>
              <a:cs typeface="PMingLiU" panose="02020500000000000000" charset="-120"/>
            </a:endParaRPr>
          </a:p>
          <a:p>
            <a:pPr eaLnBrk="1" hangingPunct="1"/>
            <a:r>
              <a:rPr lang="en-US" altLang="zh-TW" sz="1000">
                <a:ea typeface="PMingLiU" panose="02020500000000000000" charset="-120"/>
                <a:cs typeface="PMingLiU" panose="02020500000000000000" charset="-120"/>
              </a:rPr>
              <a:t>101 CA Hawaii</a:t>
            </a:r>
            <a:endParaRPr lang="en-US" altLang="zh-TW" sz="1000">
              <a:ea typeface="PMingLiU" panose="02020500000000000000" charset="-120"/>
              <a:cs typeface="PMingLiU" panose="02020500000000000000" charset="-120"/>
            </a:endParaRPr>
          </a:p>
          <a:p>
            <a:pPr eaLnBrk="1" hangingPunct="1"/>
            <a:r>
              <a:rPr lang="en-US" altLang="zh-TW" sz="1000">
                <a:ea typeface="PMingLiU" panose="02020500000000000000" charset="-120"/>
                <a:cs typeface="PMingLiU" panose="02020500000000000000" charset="-120"/>
              </a:rPr>
              <a:t>101 CA California</a:t>
            </a:r>
            <a:endParaRPr lang="en-US" altLang="zh-TW" sz="1000">
              <a:ea typeface="PMingLiU" panose="02020500000000000000" charset="-120"/>
              <a:cs typeface="PMingLiU" panose="02020500000000000000" charset="-120"/>
            </a:endParaRPr>
          </a:p>
          <a:p>
            <a:pPr eaLnBrk="1" hangingPunct="1"/>
            <a:r>
              <a:rPr lang="en-US" altLang="zh-TW" sz="1000">
                <a:ea typeface="PMingLiU" panose="02020500000000000000" charset="-120"/>
                <a:cs typeface="PMingLiU" panose="02020500000000000000" charset="-120"/>
              </a:rPr>
              <a:t>101 CA Oregon</a:t>
            </a:r>
            <a:endParaRPr lang="en-US" altLang="zh-TW" sz="1000">
              <a:ea typeface="PMingLiU" panose="02020500000000000000" charset="-120"/>
              <a:cs typeface="PMingLiU" panose="02020500000000000000" charset="-120"/>
            </a:endParaRPr>
          </a:p>
          <a:p>
            <a:pPr eaLnBrk="1" hangingPunct="1"/>
            <a:r>
              <a:rPr lang="en-US" altLang="zh-TW" sz="1000">
                <a:ea typeface="PMingLiU" panose="02020500000000000000" charset="-120"/>
                <a:cs typeface="PMingLiU" panose="02020500000000000000" charset="-120"/>
              </a:rPr>
              <a:t>101 CA Washington</a:t>
            </a:r>
            <a:endParaRPr lang="en-US" altLang="zh-TW" sz="1000">
              <a:ea typeface="PMingLiU" panose="02020500000000000000" charset="-120"/>
              <a:cs typeface="PMingLiU" panose="02020500000000000000" charset="-120"/>
            </a:endParaRPr>
          </a:p>
          <a:p>
            <a:pPr eaLnBrk="1" hangingPunct="1"/>
            <a:r>
              <a:rPr lang="en-US" altLang="zh-TW" sz="1000">
                <a:ea typeface="PMingLiU" panose="02020500000000000000" charset="-120"/>
                <a:cs typeface="PMingLiU" panose="02020500000000000000" charset="-120"/>
              </a:rPr>
              <a:t>... ... ...</a:t>
            </a:r>
            <a:endParaRPr lang="en-US" altLang="zh-TW" sz="1000">
              <a:ea typeface="PMingLiU" panose="02020500000000000000" charset="-120"/>
              <a:cs typeface="PMingLiU" panose="02020500000000000000" charset="-120"/>
            </a:endParaRPr>
          </a:p>
          <a:p>
            <a:pPr eaLnBrk="1" hangingPunct="1"/>
            <a:r>
              <a:rPr lang="en-US" altLang="zh-TW" sz="1000">
                <a:ea typeface="PMingLiU" panose="02020500000000000000" charset="-120"/>
                <a:cs typeface="PMingLiU" panose="02020500000000000000" charset="-120"/>
              </a:rPr>
              <a:t>102 CA Alaska</a:t>
            </a:r>
            <a:endParaRPr lang="en-US" altLang="zh-TW" sz="1000">
              <a:ea typeface="PMingLiU" panose="02020500000000000000" charset="-120"/>
              <a:cs typeface="PMingLiU" panose="02020500000000000000" charset="-120"/>
            </a:endParaRPr>
          </a:p>
          <a:p>
            <a:pPr eaLnBrk="1" hangingPunct="1"/>
            <a:r>
              <a:rPr lang="en-US" altLang="zh-TW" sz="1000">
                <a:ea typeface="PMingLiU" panose="02020500000000000000" charset="-120"/>
                <a:cs typeface="PMingLiU" panose="02020500000000000000" charset="-120"/>
              </a:rPr>
              <a:t>102 CA Hawaii</a:t>
            </a:r>
            <a:endParaRPr lang="en-US" altLang="zh-TW" sz="1000">
              <a:ea typeface="PMingLiU" panose="02020500000000000000" charset="-120"/>
              <a:cs typeface="PMingLiU" panose="02020500000000000000" charset="-120"/>
            </a:endParaRPr>
          </a:p>
          <a:p>
            <a:pPr eaLnBrk="1" hangingPunct="1"/>
            <a:r>
              <a:rPr lang="en-US" altLang="zh-TW" sz="1000">
                <a:ea typeface="PMingLiU" panose="02020500000000000000" charset="-120"/>
                <a:cs typeface="PMingLiU" panose="02020500000000000000" charset="-120"/>
              </a:rPr>
              <a:t>102 CA California</a:t>
            </a:r>
            <a:endParaRPr lang="en-US" altLang="zh-TW" sz="1000">
              <a:ea typeface="PMingLiU" panose="02020500000000000000" charset="-120"/>
              <a:cs typeface="PMingLiU" panose="02020500000000000000" charset="-120"/>
            </a:endParaRPr>
          </a:p>
          <a:p>
            <a:pPr eaLnBrk="1" hangingPunct="1"/>
            <a:r>
              <a:rPr lang="en-US" altLang="zh-TW" sz="1000">
                <a:ea typeface="PMingLiU" panose="02020500000000000000" charset="-120"/>
                <a:cs typeface="PMingLiU" panose="02020500000000000000" charset="-120"/>
              </a:rPr>
              <a:t>... ... ...</a:t>
            </a:r>
            <a:endParaRPr lang="en-US" altLang="zh-TW" sz="1000">
              <a:ea typeface="PMingLiU" panose="02020500000000000000" charset="-120"/>
              <a:cs typeface="PMingLiU" panose="02020500000000000000" charset="-120"/>
            </a:endParaRPr>
          </a:p>
          <a:p>
            <a:pPr eaLnBrk="1" hangingPunct="1"/>
            <a:endParaRPr lang="en-US" altLang="zh-TW" sz="1000">
              <a:ea typeface="PMingLiU" panose="02020500000000000000" charset="-120"/>
              <a:cs typeface="PMingLiU" panose="02020500000000000000" charset="-120"/>
            </a:endParaRPr>
          </a:p>
          <a:p>
            <a:pPr eaLnBrk="1" hangingPunct="1"/>
            <a:r>
              <a:rPr lang="en-US" altLang="zh-TW" sz="1000">
                <a:ea typeface="PMingLiU" panose="02020500000000000000" charset="-120"/>
                <a:cs typeface="PMingLiU" panose="02020500000000000000" charset="-120"/>
              </a:rPr>
              <a:t>When you perform a multiple table query but do not specify a join condition, the</a:t>
            </a:r>
            <a:endParaRPr lang="en-US" altLang="zh-TW" sz="1000">
              <a:ea typeface="PMingLiU" panose="02020500000000000000" charset="-120"/>
              <a:cs typeface="PMingLiU" panose="02020500000000000000" charset="-120"/>
            </a:endParaRPr>
          </a:p>
          <a:p>
            <a:pPr eaLnBrk="1" hangingPunct="1"/>
            <a:r>
              <a:rPr lang="en-US" altLang="zh-TW" sz="1000">
                <a:ea typeface="PMingLiU" panose="02020500000000000000" charset="-120"/>
                <a:cs typeface="PMingLiU" panose="02020500000000000000" charset="-120"/>
              </a:rPr>
              <a:t>result is a </a:t>
            </a:r>
            <a:r>
              <a:rPr lang="en-US" altLang="zh-TW" sz="1000" i="1">
                <a:ea typeface="PMingLiU" panose="02020500000000000000" charset="-120"/>
                <a:cs typeface="PMingLiU" panose="02020500000000000000" charset="-120"/>
              </a:rPr>
              <a:t>Cartesian product</a:t>
            </a:r>
            <a:r>
              <a:rPr lang="en-US" altLang="zh-TW" sz="1000">
                <a:ea typeface="PMingLiU" panose="02020500000000000000" charset="-120"/>
                <a:cs typeface="PMingLiU" panose="02020500000000000000" charset="-120"/>
              </a:rPr>
              <a:t>. A Cartesian product consists of every possible</a:t>
            </a:r>
            <a:endParaRPr lang="en-US" altLang="zh-TW" sz="1000">
              <a:ea typeface="PMingLiU" panose="02020500000000000000" charset="-120"/>
              <a:cs typeface="PMingLiU" panose="02020500000000000000" charset="-120"/>
            </a:endParaRPr>
          </a:p>
          <a:p>
            <a:pPr eaLnBrk="1" hangingPunct="1"/>
            <a:r>
              <a:rPr lang="en-US" altLang="zh-TW" sz="1000">
                <a:ea typeface="PMingLiU" panose="02020500000000000000" charset="-120"/>
                <a:cs typeface="PMingLiU" panose="02020500000000000000" charset="-120"/>
              </a:rPr>
              <a:t>combination of rows from the tables you are querying. This is usually a very large</a:t>
            </a:r>
            <a:endParaRPr lang="en-US" altLang="zh-TW" sz="1000">
              <a:ea typeface="PMingLiU" panose="02020500000000000000" charset="-120"/>
              <a:cs typeface="PMingLiU" panose="02020500000000000000" charset="-120"/>
            </a:endParaRPr>
          </a:p>
          <a:p>
            <a:pPr eaLnBrk="1" hangingPunct="1"/>
            <a:r>
              <a:rPr lang="en-US" altLang="zh-TW" sz="1000">
                <a:ea typeface="PMingLiU" panose="02020500000000000000" charset="-120"/>
                <a:cs typeface="PMingLiU" panose="02020500000000000000" charset="-120"/>
              </a:rPr>
              <a:t>result that contains inaccurate data.</a:t>
            </a:r>
            <a:endParaRPr lang="en-US" altLang="zh-TW" sz="1000">
              <a:ea typeface="PMingLiU" panose="02020500000000000000" charset="-120"/>
              <a:cs typeface="PMingLiU" panose="02020500000000000000" charset="-120"/>
            </a:endParaRPr>
          </a:p>
          <a:p>
            <a:pPr eaLnBrk="1" hangingPunct="1"/>
            <a:r>
              <a:rPr lang="en-US" altLang="zh-TW" sz="1000">
                <a:ea typeface="PMingLiU" panose="02020500000000000000" charset="-120"/>
                <a:cs typeface="PMingLiU" panose="02020500000000000000" charset="-120"/>
              </a:rPr>
              <a:t>The example above is a query that results in a Cartesian product.</a:t>
            </a:r>
            <a:endParaRPr lang="en-US" altLang="zh-TW" sz="1000">
              <a:ea typeface="PMingLiU" panose="02020500000000000000" charset="-120"/>
              <a:cs typeface="PMingLiU" panose="02020500000000000000" charset="-120"/>
            </a:endParaRPr>
          </a:p>
          <a:p>
            <a:pPr eaLnBrk="1" hangingPunct="1"/>
            <a:endParaRPr lang="en-US" altLang="zh-TW" sz="1000">
              <a:ea typeface="PMingLiU" panose="02020500000000000000" charset="-120"/>
              <a:cs typeface="PMingLiU" panose="02020500000000000000" charset="-12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p:spPr>
        <p:txBody>
          <a:bodyPr/>
          <a:lstStyle>
            <a:lvl1pPr defTabSz="9144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1pPr>
            <a:lvl2pPr marL="728980" indent="-280670" defTabSz="9144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2pPr>
            <a:lvl3pPr marL="1121410" indent="-224155" defTabSz="9144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3pPr>
            <a:lvl4pPr marL="1570355" indent="-224155" defTabSz="9144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4pPr>
            <a:lvl5pPr marL="2018665" indent="-224155" defTabSz="9144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5pPr>
            <a:lvl6pPr marL="2467610" indent="-224155" defTabSz="9144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6pPr>
            <a:lvl7pPr marL="2915920" indent="-224155" defTabSz="9144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7pPr>
            <a:lvl8pPr marL="3364865" indent="-224155" defTabSz="9144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8pPr>
            <a:lvl9pPr marL="3813810" indent="-224155" defTabSz="9144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9pPr>
          </a:lstStyle>
          <a:p>
            <a:pPr eaLnBrk="1" hangingPunct="1"/>
            <a:fld id="{F0D2D7A4-F8BA-2C4F-9908-446DE165FC34}" type="slidenum">
              <a:rPr lang="en-US" altLang="zh-TW" sz="1300">
                <a:solidFill>
                  <a:schemeClr val="tx1"/>
                </a:solidFill>
                <a:ea typeface="宋体" panose="02010600030101010101" pitchFamily="2" charset="-122"/>
                <a:cs typeface="宋体" panose="02010600030101010101" pitchFamily="2" charset="-122"/>
              </a:rPr>
            </a:fld>
            <a:endParaRPr lang="en-US" altLang="zh-TW" sz="1300">
              <a:solidFill>
                <a:schemeClr val="tx1"/>
              </a:solidFill>
              <a:ea typeface="宋体" panose="02010600030101010101" pitchFamily="2" charset="-122"/>
              <a:cs typeface="宋体" panose="02010600030101010101" pitchFamily="2" charset="-122"/>
            </a:endParaRPr>
          </a:p>
        </p:txBody>
      </p:sp>
      <p:sp>
        <p:nvSpPr>
          <p:cNvPr id="100355" name="Rectangle 2"/>
          <p:cNvSpPr>
            <a:spLocks noGrp="1" noRot="1" noChangeAspect="1" noChangeArrowheads="1" noTextEdit="1"/>
          </p:cNvSpPr>
          <p:nvPr>
            <p:ph type="sldImg"/>
          </p:nvPr>
        </p:nvSpPr>
        <p:spPr/>
      </p:sp>
      <p:sp>
        <p:nvSpPr>
          <p:cNvPr id="100356" name="Rectangle 3"/>
          <p:cNvSpPr>
            <a:spLocks noGrp="1" noChangeArrowheads="1"/>
          </p:cNvSpPr>
          <p:nvPr>
            <p:ph type="body" idx="1"/>
          </p:nvPr>
        </p:nvSpPr>
        <p:spPr>
          <a:noFill/>
        </p:spPr>
        <p:txBody>
          <a:bodyPr/>
          <a:lstStyle/>
          <a:p>
            <a:pPr eaLnBrk="1" hangingPunct="1"/>
            <a:r>
              <a:rPr lang="en-US" altLang="zh-TW">
                <a:ea typeface="PMingLiU" panose="02020500000000000000" charset="-120"/>
                <a:cs typeface="PMingLiU" panose="02020500000000000000" charset="-120"/>
              </a:rPr>
              <a:t>The DATE function takes as input a non-DATE value such as CHAR, DATETIME, or INTEGER and returns the corresponding DATE value. For example, the following SQL translates a CHARACTER value to a DATE: </a:t>
            </a:r>
            <a:endParaRPr lang="en-US" altLang="zh-TW">
              <a:ea typeface="PMingLiU" panose="02020500000000000000" charset="-120"/>
              <a:cs typeface="PMingLiU" panose="02020500000000000000" charset="-12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p:spPr>
        <p:txBody>
          <a:bodyPr/>
          <a:lstStyle>
            <a:lvl1pPr defTabSz="9144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1pPr>
            <a:lvl2pPr marL="728980" indent="-280670" defTabSz="9144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2pPr>
            <a:lvl3pPr marL="1121410" indent="-224155" defTabSz="9144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3pPr>
            <a:lvl4pPr marL="1570355" indent="-224155" defTabSz="9144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4pPr>
            <a:lvl5pPr marL="2018665" indent="-224155" defTabSz="9144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5pPr>
            <a:lvl6pPr marL="2467610" indent="-224155" defTabSz="9144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6pPr>
            <a:lvl7pPr marL="2915920" indent="-224155" defTabSz="9144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7pPr>
            <a:lvl8pPr marL="3364865" indent="-224155" defTabSz="9144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8pPr>
            <a:lvl9pPr marL="3813810" indent="-224155" defTabSz="9144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9pPr>
          </a:lstStyle>
          <a:p>
            <a:pPr eaLnBrk="1" hangingPunct="1"/>
            <a:fld id="{35D09ADA-AB7F-A749-87E9-CEF448303145}" type="slidenum">
              <a:rPr lang="en-US" altLang="zh-TW" sz="1300">
                <a:solidFill>
                  <a:schemeClr val="tx1"/>
                </a:solidFill>
                <a:ea typeface="宋体" panose="02010600030101010101" pitchFamily="2" charset="-122"/>
                <a:cs typeface="宋体" panose="02010600030101010101" pitchFamily="2" charset="-122"/>
              </a:rPr>
            </a:fld>
            <a:endParaRPr lang="en-US" altLang="zh-TW" sz="1300">
              <a:solidFill>
                <a:schemeClr val="tx1"/>
              </a:solidFill>
              <a:ea typeface="宋体" panose="02010600030101010101" pitchFamily="2" charset="-122"/>
              <a:cs typeface="宋体" panose="02010600030101010101" pitchFamily="2" charset="-122"/>
            </a:endParaRPr>
          </a:p>
        </p:txBody>
      </p:sp>
      <p:sp>
        <p:nvSpPr>
          <p:cNvPr id="101379" name="Rectangle 2"/>
          <p:cNvSpPr>
            <a:spLocks noGrp="1" noRot="1" noChangeAspect="1" noChangeArrowheads="1" noTextEdit="1"/>
          </p:cNvSpPr>
          <p:nvPr>
            <p:ph type="sldImg"/>
          </p:nvPr>
        </p:nvSpPr>
        <p:spPr/>
      </p:sp>
      <p:sp>
        <p:nvSpPr>
          <p:cNvPr id="101380" name="Rectangle 3"/>
          <p:cNvSpPr>
            <a:spLocks noGrp="1" noChangeArrowheads="1"/>
          </p:cNvSpPr>
          <p:nvPr>
            <p:ph type="body" idx="1"/>
          </p:nvPr>
        </p:nvSpPr>
        <p:spPr>
          <a:noFill/>
        </p:spPr>
        <p:txBody>
          <a:bodyPr/>
          <a:lstStyle/>
          <a:p>
            <a:pPr eaLnBrk="1" hangingPunct="1"/>
            <a:r>
              <a:rPr lang="en-US" altLang="zh-CN">
                <a:cs typeface="宋体" panose="02010600030101010101" pitchFamily="2" charset="-122"/>
              </a:rPr>
              <a:t>The MATCHES and LIKE keywords support wildcard matches, which are technically known as regular expressions. Some regular expressions are more difficult than others for the database server to process. </a:t>
            </a:r>
            <a:endParaRPr lang="en-US" altLang="zh-CN">
              <a:cs typeface="宋体" panose="02010600030101010101" pitchFamily="2" charset="-122"/>
            </a:endParaRPr>
          </a:p>
          <a:p>
            <a:pPr eaLnBrk="1" hangingPunct="1"/>
            <a:endParaRPr lang="en-US" altLang="zh-CN">
              <a:cs typeface="宋体" panose="02010600030101010101" pitchFamily="2" charset="-122"/>
            </a:endParaRPr>
          </a:p>
          <a:p>
            <a:pPr eaLnBrk="1" hangingPunct="1"/>
            <a:endParaRPr lang="en-US" altLang="zh-CN">
              <a:cs typeface="宋体" panose="02010600030101010101" pitchFamily="2" charset="-122"/>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p:spPr>
        <p:txBody>
          <a:bodyPr/>
          <a:lstStyle>
            <a:lvl1pPr defTabSz="9144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1pPr>
            <a:lvl2pPr marL="728980" indent="-280670" defTabSz="9144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2pPr>
            <a:lvl3pPr marL="1121410" indent="-224155" defTabSz="9144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3pPr>
            <a:lvl4pPr marL="1570355" indent="-224155" defTabSz="9144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4pPr>
            <a:lvl5pPr marL="2018665" indent="-224155" defTabSz="9144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5pPr>
            <a:lvl6pPr marL="2467610" indent="-224155" defTabSz="9144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6pPr>
            <a:lvl7pPr marL="2915920" indent="-224155" defTabSz="9144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7pPr>
            <a:lvl8pPr marL="3364865" indent="-224155" defTabSz="9144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8pPr>
            <a:lvl9pPr marL="3813810" indent="-224155" defTabSz="9144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9pPr>
          </a:lstStyle>
          <a:p>
            <a:pPr eaLnBrk="1" hangingPunct="1"/>
            <a:fld id="{8BB8AE68-9C57-E549-B6B1-50BBAA972DF5}" type="slidenum">
              <a:rPr lang="en-US" altLang="zh-TW" sz="1300">
                <a:solidFill>
                  <a:schemeClr val="tx1"/>
                </a:solidFill>
                <a:ea typeface="宋体" panose="02010600030101010101" pitchFamily="2" charset="-122"/>
                <a:cs typeface="宋体" panose="02010600030101010101" pitchFamily="2" charset="-122"/>
              </a:rPr>
            </a:fld>
            <a:endParaRPr lang="en-US" altLang="zh-TW" sz="1300">
              <a:solidFill>
                <a:schemeClr val="tx1"/>
              </a:solidFill>
              <a:ea typeface="宋体" panose="02010600030101010101" pitchFamily="2" charset="-122"/>
              <a:cs typeface="宋体" panose="02010600030101010101" pitchFamily="2" charset="-122"/>
            </a:endParaRPr>
          </a:p>
        </p:txBody>
      </p:sp>
      <p:sp>
        <p:nvSpPr>
          <p:cNvPr id="102403" name="Rectangle 2"/>
          <p:cNvSpPr>
            <a:spLocks noGrp="1" noRot="1" noChangeAspect="1" noChangeArrowheads="1" noTextEdit="1"/>
          </p:cNvSpPr>
          <p:nvPr>
            <p:ph type="sldImg"/>
          </p:nvPr>
        </p:nvSpPr>
        <p:spPr/>
      </p:sp>
      <p:sp>
        <p:nvSpPr>
          <p:cNvPr id="102404" name="Rectangle 3"/>
          <p:cNvSpPr>
            <a:spLocks noGrp="1" noChangeArrowheads="1"/>
          </p:cNvSpPr>
          <p:nvPr>
            <p:ph type="body" idx="1"/>
          </p:nvPr>
        </p:nvSpPr>
        <p:spPr>
          <a:noFill/>
        </p:spPr>
        <p:txBody>
          <a:bodyPr/>
          <a:lstStyle/>
          <a:p>
            <a:pPr eaLnBrk="1" hangingPunct="1"/>
            <a:r>
              <a:rPr lang="en-US" altLang="zh-TW">
                <a:ea typeface="PMingLiU" panose="02020500000000000000" charset="-120"/>
                <a:cs typeface="PMingLiU" panose="02020500000000000000" charset="-120"/>
              </a:rPr>
              <a:t>A filter based on a noninitial substring of a column also requires the database server to test every value in the column, as the following example shows: </a:t>
            </a:r>
            <a:endParaRPr lang="en-US" altLang="zh-TW">
              <a:ea typeface="PMingLiU" panose="02020500000000000000" charset="-120"/>
              <a:cs typeface="PMingLiU" panose="02020500000000000000" charset="-120"/>
            </a:endParaRPr>
          </a:p>
          <a:p>
            <a:pPr eaLnBrk="1" hangingPunct="1"/>
            <a:endParaRPr lang="en-US" altLang="zh-TW">
              <a:ea typeface="PMingLiU" panose="02020500000000000000" charset="-120"/>
              <a:cs typeface="PMingLiU" panose="02020500000000000000" charset="-120"/>
            </a:endParaRPr>
          </a:p>
          <a:p>
            <a:pPr eaLnBrk="1" hangingPunct="1"/>
            <a:endParaRPr lang="en-US" altLang="zh-TW">
              <a:ea typeface="PMingLiU" panose="02020500000000000000" charset="-120"/>
              <a:cs typeface="PMingLiU" panose="02020500000000000000" charset="-12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p:spPr>
        <p:txBody>
          <a:bodyPr/>
          <a:lstStyle>
            <a:lvl1pPr defTabSz="9144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1pPr>
            <a:lvl2pPr marL="728980" indent="-280670" defTabSz="9144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2pPr>
            <a:lvl3pPr marL="1121410" indent="-224155" defTabSz="9144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3pPr>
            <a:lvl4pPr marL="1570355" indent="-224155" defTabSz="9144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4pPr>
            <a:lvl5pPr marL="2018665" indent="-224155" defTabSz="9144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5pPr>
            <a:lvl6pPr marL="2467610" indent="-224155" defTabSz="9144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6pPr>
            <a:lvl7pPr marL="2915920" indent="-224155" defTabSz="9144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7pPr>
            <a:lvl8pPr marL="3364865" indent="-224155" defTabSz="9144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8pPr>
            <a:lvl9pPr marL="3813810" indent="-224155" defTabSz="9144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9pPr>
          </a:lstStyle>
          <a:p>
            <a:pPr eaLnBrk="1" hangingPunct="1"/>
            <a:fld id="{3564CF7A-3777-7E46-9539-77575D2BB81D}" type="slidenum">
              <a:rPr lang="en-US" altLang="zh-TW" sz="1300">
                <a:solidFill>
                  <a:schemeClr val="tx1"/>
                </a:solidFill>
                <a:ea typeface="宋体" panose="02010600030101010101" pitchFamily="2" charset="-122"/>
                <a:cs typeface="宋体" panose="02010600030101010101" pitchFamily="2" charset="-122"/>
              </a:rPr>
            </a:fld>
            <a:endParaRPr lang="en-US" altLang="zh-TW" sz="1300">
              <a:solidFill>
                <a:schemeClr val="tx1"/>
              </a:solidFill>
              <a:ea typeface="宋体" panose="02010600030101010101" pitchFamily="2" charset="-122"/>
              <a:cs typeface="宋体" panose="02010600030101010101" pitchFamily="2" charset="-122"/>
            </a:endParaRPr>
          </a:p>
        </p:txBody>
      </p:sp>
      <p:sp>
        <p:nvSpPr>
          <p:cNvPr id="103427" name="Rectangle 2"/>
          <p:cNvSpPr>
            <a:spLocks noGrp="1" noRot="1" noChangeAspect="1" noChangeArrowheads="1" noTextEdit="1"/>
          </p:cNvSpPr>
          <p:nvPr>
            <p:ph type="sldImg"/>
          </p:nvPr>
        </p:nvSpPr>
        <p:spPr/>
      </p:sp>
      <p:sp>
        <p:nvSpPr>
          <p:cNvPr id="103428" name="Rectangle 3"/>
          <p:cNvSpPr>
            <a:spLocks noGrp="1" noChangeArrowheads="1"/>
          </p:cNvSpPr>
          <p:nvPr>
            <p:ph type="body" idx="1"/>
          </p:nvPr>
        </p:nvSpPr>
        <p:spPr>
          <a:noFill/>
        </p:spPr>
        <p:txBody>
          <a:bodyPr/>
          <a:lstStyle/>
          <a:p>
            <a:pPr eaLnBrk="1" hangingPunct="1"/>
            <a:r>
              <a:rPr lang="en-US" altLang="zh-TW">
                <a:ea typeface="PMingLiU" panose="02020500000000000000" charset="-120"/>
                <a:cs typeface="PMingLiU" panose="02020500000000000000" charset="-120"/>
              </a:rPr>
              <a:t>A filter based on a noninitial substring of a column also requires the database server to test every value in the column, as the following example shows: </a:t>
            </a:r>
            <a:endParaRPr lang="en-US" altLang="zh-TW">
              <a:ea typeface="PMingLiU" panose="02020500000000000000" charset="-120"/>
              <a:cs typeface="PMingLiU" panose="02020500000000000000" charset="-120"/>
            </a:endParaRPr>
          </a:p>
          <a:p>
            <a:pPr eaLnBrk="1" hangingPunct="1"/>
            <a:endParaRPr lang="en-US" altLang="zh-TW">
              <a:ea typeface="PMingLiU" panose="02020500000000000000" charset="-120"/>
              <a:cs typeface="PMingLiU" panose="02020500000000000000" charset="-120"/>
            </a:endParaRPr>
          </a:p>
          <a:p>
            <a:pPr eaLnBrk="1" hangingPunct="1"/>
            <a:endParaRPr lang="en-US" altLang="zh-TW">
              <a:ea typeface="PMingLiU" panose="02020500000000000000" charset="-120"/>
              <a:cs typeface="PMingLiU" panose="02020500000000000000" charset="-12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p:spPr>
        <p:txBody>
          <a:bodyPr/>
          <a:lstStyle>
            <a:lvl1pPr defTabSz="9144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1pPr>
            <a:lvl2pPr marL="728980" indent="-280670" defTabSz="9144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2pPr>
            <a:lvl3pPr marL="1121410" indent="-224155" defTabSz="9144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3pPr>
            <a:lvl4pPr marL="1570355" indent="-224155" defTabSz="9144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4pPr>
            <a:lvl5pPr marL="2018665" indent="-224155" defTabSz="9144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5pPr>
            <a:lvl6pPr marL="2467610" indent="-224155" defTabSz="9144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6pPr>
            <a:lvl7pPr marL="2915920" indent="-224155" defTabSz="9144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7pPr>
            <a:lvl8pPr marL="3364865" indent="-224155" defTabSz="9144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8pPr>
            <a:lvl9pPr marL="3813810" indent="-224155" defTabSz="9144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9pPr>
          </a:lstStyle>
          <a:p>
            <a:pPr eaLnBrk="1" hangingPunct="1"/>
            <a:fld id="{E6B90004-19FD-8D43-9D5D-2159C5D9C28A}" type="slidenum">
              <a:rPr lang="en-US" altLang="zh-TW" sz="1300">
                <a:solidFill>
                  <a:schemeClr val="tx1"/>
                </a:solidFill>
                <a:ea typeface="宋体" panose="02010600030101010101" pitchFamily="2" charset="-122"/>
                <a:cs typeface="宋体" panose="02010600030101010101" pitchFamily="2" charset="-122"/>
              </a:rPr>
            </a:fld>
            <a:endParaRPr lang="en-US" altLang="zh-TW" sz="1300">
              <a:solidFill>
                <a:schemeClr val="tx1"/>
              </a:solidFill>
              <a:ea typeface="宋体" panose="02010600030101010101" pitchFamily="2" charset="-122"/>
              <a:cs typeface="宋体" panose="02010600030101010101" pitchFamily="2" charset="-122"/>
            </a:endParaRPr>
          </a:p>
        </p:txBody>
      </p:sp>
      <p:sp>
        <p:nvSpPr>
          <p:cNvPr id="104451" name="Rectangle 2"/>
          <p:cNvSpPr>
            <a:spLocks noGrp="1" noRot="1" noChangeAspect="1" noChangeArrowheads="1" noTextEdit="1"/>
          </p:cNvSpPr>
          <p:nvPr>
            <p:ph type="sldImg"/>
          </p:nvPr>
        </p:nvSpPr>
        <p:spPr/>
      </p:sp>
      <p:sp>
        <p:nvSpPr>
          <p:cNvPr id="104452" name="Rectangle 3"/>
          <p:cNvSpPr>
            <a:spLocks noGrp="1" noChangeArrowheads="1"/>
          </p:cNvSpPr>
          <p:nvPr>
            <p:ph type="body" idx="1"/>
          </p:nvPr>
        </p:nvSpPr>
        <p:spPr>
          <a:noFill/>
        </p:spPr>
        <p:txBody>
          <a:bodyPr/>
          <a:lstStyle/>
          <a:p>
            <a:pPr eaLnBrk="1" hangingPunct="1"/>
            <a:r>
              <a:rPr lang="en-US" altLang="zh-TW">
                <a:ea typeface="PMingLiU" panose="02020500000000000000" charset="-120"/>
                <a:cs typeface="PMingLiU" panose="02020500000000000000" charset="-120"/>
              </a:rPr>
              <a:t>A filter based on a noninitial substring of a column also requires the database server to test every value in the column, as the following example shows: </a:t>
            </a:r>
            <a:endParaRPr lang="en-US" altLang="zh-TW">
              <a:ea typeface="PMingLiU" panose="02020500000000000000" charset="-120"/>
              <a:cs typeface="PMingLiU" panose="02020500000000000000" charset="-120"/>
            </a:endParaRPr>
          </a:p>
          <a:p>
            <a:pPr eaLnBrk="1" hangingPunct="1"/>
            <a:endParaRPr lang="en-US" altLang="zh-TW">
              <a:ea typeface="PMingLiU" panose="02020500000000000000" charset="-120"/>
              <a:cs typeface="PMingLiU" panose="02020500000000000000" charset="-120"/>
            </a:endParaRPr>
          </a:p>
          <a:p>
            <a:pPr eaLnBrk="1" hangingPunct="1"/>
            <a:endParaRPr lang="en-US" altLang="zh-TW">
              <a:ea typeface="PMingLiU" panose="02020500000000000000" charset="-120"/>
              <a:cs typeface="PMingLiU" panose="02020500000000000000" charset="-12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p:cNvSpPr>
            <a:spLocks noGrp="1" noChangeArrowheads="1"/>
          </p:cNvSpPr>
          <p:nvPr>
            <p:ph type="sldNum" sz="quarter" idx="5"/>
          </p:nvPr>
        </p:nvSpPr>
        <p:spPr>
          <a:noFill/>
        </p:spPr>
        <p:txBody>
          <a:bodyPr/>
          <a:lstStyle>
            <a:lvl1pPr defTabSz="9144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1pPr>
            <a:lvl2pPr marL="728980" indent="-280670" defTabSz="9144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2pPr>
            <a:lvl3pPr marL="1121410" indent="-224155" defTabSz="9144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3pPr>
            <a:lvl4pPr marL="1570355" indent="-224155" defTabSz="9144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4pPr>
            <a:lvl5pPr marL="2018665" indent="-224155" defTabSz="9144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5pPr>
            <a:lvl6pPr marL="2467610" indent="-224155" defTabSz="9144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6pPr>
            <a:lvl7pPr marL="2915920" indent="-224155" defTabSz="9144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7pPr>
            <a:lvl8pPr marL="3364865" indent="-224155" defTabSz="9144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8pPr>
            <a:lvl9pPr marL="3813810" indent="-224155" defTabSz="9144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9pPr>
          </a:lstStyle>
          <a:p>
            <a:pPr eaLnBrk="1" hangingPunct="1"/>
            <a:fld id="{242E5860-E011-B44D-A4F1-ED9FB06F00C3}" type="slidenum">
              <a:rPr lang="en-US" altLang="zh-TW" sz="1300">
                <a:solidFill>
                  <a:schemeClr val="tx1"/>
                </a:solidFill>
                <a:ea typeface="宋体" panose="02010600030101010101" pitchFamily="2" charset="-122"/>
                <a:cs typeface="宋体" panose="02010600030101010101" pitchFamily="2" charset="-122"/>
              </a:rPr>
            </a:fld>
            <a:endParaRPr lang="en-US" altLang="zh-TW" sz="1300">
              <a:solidFill>
                <a:schemeClr val="tx1"/>
              </a:solidFill>
              <a:ea typeface="宋体" panose="02010600030101010101" pitchFamily="2" charset="-122"/>
              <a:cs typeface="宋体" panose="02010600030101010101" pitchFamily="2" charset="-122"/>
            </a:endParaRPr>
          </a:p>
        </p:txBody>
      </p:sp>
      <p:sp>
        <p:nvSpPr>
          <p:cNvPr id="116739" name="Rectangle 2"/>
          <p:cNvSpPr>
            <a:spLocks noGrp="1" noRot="1" noChangeAspect="1" noChangeArrowheads="1" noTextEdit="1"/>
          </p:cNvSpPr>
          <p:nvPr>
            <p:ph type="sldImg"/>
          </p:nvPr>
        </p:nvSpPr>
        <p:spPr/>
      </p:sp>
      <p:sp>
        <p:nvSpPr>
          <p:cNvPr id="116740" name="Rectangle 3"/>
          <p:cNvSpPr>
            <a:spLocks noGrp="1" noChangeArrowheads="1"/>
          </p:cNvSpPr>
          <p:nvPr>
            <p:ph type="body" idx="1"/>
          </p:nvPr>
        </p:nvSpPr>
        <p:spPr>
          <a:noFill/>
        </p:spPr>
        <p:txBody>
          <a:bodyPr/>
          <a:lstStyle/>
          <a:p>
            <a:pPr eaLnBrk="1" hangingPunct="1">
              <a:lnSpc>
                <a:spcPct val="90000"/>
              </a:lnSpc>
            </a:pPr>
            <a:r>
              <a:rPr lang="en-US" altLang="zh-TW" sz="1000">
                <a:ea typeface="PMingLiU" panose="02020500000000000000" charset="-120"/>
                <a:cs typeface="PMingLiU" panose="02020500000000000000" charset="-120"/>
              </a:rPr>
              <a:t>Even though this SQL statement is not executed often, it has got very outstanding cost.  This SQL statement is a typical </a:t>
            </a:r>
            <a:r>
              <a:rPr lang="en-US" altLang="zh-TW" sz="1000" i="1">
                <a:ea typeface="PMingLiU" panose="02020500000000000000" charset="-120"/>
                <a:cs typeface="PMingLiU" panose="02020500000000000000" charset="-120"/>
              </a:rPr>
              <a:t>correlated self-join</a:t>
            </a:r>
            <a:r>
              <a:rPr lang="en-US" altLang="zh-TW" sz="1000">
                <a:ea typeface="PMingLiU" panose="02020500000000000000" charset="-120"/>
                <a:cs typeface="PMingLiU" panose="02020500000000000000" charset="-120"/>
              </a:rPr>
              <a:t> SQL statement.  The distinct operation cannot be performed on the column a.pricing_plan_id, because it depends on the criteria in the sub-query also.  Suppose that the sub-query returns the result set of the size 100,000, and the outer query returns the result set of the size 10,000.  Then the database engine needs to compare these two result sets one by one, in order to fulfill the </a:t>
            </a:r>
            <a:r>
              <a:rPr lang="en-US" altLang="zh-TW" sz="1000" i="1">
                <a:ea typeface="PMingLiU" panose="02020500000000000000" charset="-120"/>
                <a:cs typeface="PMingLiU" panose="02020500000000000000" charset="-120"/>
              </a:rPr>
              <a:t>not exists</a:t>
            </a:r>
            <a:r>
              <a:rPr lang="en-US" altLang="zh-TW" sz="1000">
                <a:ea typeface="PMingLiU" panose="02020500000000000000" charset="-120"/>
                <a:cs typeface="PMingLiU" panose="02020500000000000000" charset="-120"/>
              </a:rPr>
              <a:t> and the </a:t>
            </a:r>
            <a:r>
              <a:rPr lang="en-US" altLang="zh-TW" sz="1000" i="1">
                <a:ea typeface="PMingLiU" panose="02020500000000000000" charset="-120"/>
                <a:cs typeface="PMingLiU" panose="02020500000000000000" charset="-120"/>
              </a:rPr>
              <a:t>distinct</a:t>
            </a:r>
            <a:r>
              <a:rPr lang="en-US" altLang="zh-TW" sz="1000">
                <a:ea typeface="PMingLiU" panose="02020500000000000000" charset="-120"/>
                <a:cs typeface="PMingLiU" panose="02020500000000000000" charset="-120"/>
              </a:rPr>
              <a:t> operations.  That’s a 100,000 x 10,000 = 1,000,000,000 operation!  It explains why this particular SQL statement has got such an outstanding cost. </a:t>
            </a:r>
            <a:endParaRPr lang="en-US" altLang="zh-TW" sz="1000">
              <a:ea typeface="PMingLiU" panose="02020500000000000000" charset="-120"/>
              <a:cs typeface="PMingLiU" panose="02020500000000000000" charset="-120"/>
            </a:endParaRPr>
          </a:p>
          <a:p>
            <a:pPr eaLnBrk="1" hangingPunct="1">
              <a:lnSpc>
                <a:spcPct val="90000"/>
              </a:lnSpc>
            </a:pPr>
            <a:r>
              <a:rPr lang="en-US" altLang="zh-TW" sz="1000">
                <a:ea typeface="PMingLiU" panose="02020500000000000000" charset="-120"/>
                <a:cs typeface="PMingLiU" panose="02020500000000000000" charset="-120"/>
              </a:rPr>
              <a:t>Solution:    </a:t>
            </a:r>
            <a:endParaRPr lang="en-US" altLang="zh-TW" sz="1000">
              <a:ea typeface="PMingLiU" panose="02020500000000000000" charset="-120"/>
              <a:cs typeface="PMingLiU" panose="02020500000000000000" charset="-120"/>
            </a:endParaRPr>
          </a:p>
          <a:p>
            <a:pPr eaLnBrk="1" hangingPunct="1">
              <a:lnSpc>
                <a:spcPct val="90000"/>
              </a:lnSpc>
            </a:pPr>
            <a:r>
              <a:rPr lang="en-US" altLang="zh-TW" sz="1000">
                <a:ea typeface="PMingLiU" panose="02020500000000000000" charset="-120"/>
                <a:cs typeface="PMingLiU" panose="02020500000000000000" charset="-120"/>
              </a:rPr>
              <a:t>It’s better to split this SQL statement into two separate statements.  The strategy is to run the sub-query first, and store the result set in a temporary table.  Then execute the outer query against the result set stored in the temporary table. So we can rewrite this SQL statement as follows:</a:t>
            </a:r>
            <a:endParaRPr lang="en-US" altLang="zh-TW" sz="1000">
              <a:ea typeface="PMingLiU" panose="02020500000000000000" charset="-120"/>
              <a:cs typeface="PMingLiU" panose="02020500000000000000" charset="-120"/>
            </a:endParaRPr>
          </a:p>
          <a:p>
            <a:pPr eaLnBrk="1" hangingPunct="1">
              <a:lnSpc>
                <a:spcPct val="90000"/>
              </a:lnSpc>
            </a:pPr>
            <a:r>
              <a:rPr lang="en-US" altLang="zh-TW" sz="1000">
                <a:ea typeface="PMingLiU" panose="02020500000000000000" charset="-120"/>
                <a:cs typeface="PMingLiU" panose="02020500000000000000" charset="-120"/>
              </a:rPr>
              <a:t>insert into temp_table with no log select a.pricing_plan_id, a.belong_object_type from u_cust_pice_plan a, proddb:product_offer b where a.belong_object_type = “80u” and b.offer_kind = “3” and a.pricing_plan_id = b.pricing_plan_id;</a:t>
            </a:r>
            <a:endParaRPr lang="en-US" altLang="zh-TW" sz="1000">
              <a:ea typeface="PMingLiU" panose="02020500000000000000" charset="-120"/>
              <a:cs typeface="PMingLiU" panose="02020500000000000000" charset="-120"/>
            </a:endParaRPr>
          </a:p>
          <a:p>
            <a:pPr eaLnBrk="1" hangingPunct="1">
              <a:lnSpc>
                <a:spcPct val="90000"/>
              </a:lnSpc>
            </a:pPr>
            <a:r>
              <a:rPr lang="en-US" altLang="zh-TW" sz="1000">
                <a:ea typeface="PMingLiU" panose="02020500000000000000" charset="-120"/>
                <a:cs typeface="PMingLiU" panose="02020500000000000000" charset="-120"/>
              </a:rPr>
              <a:t>select distinct pricing_plan_id from u_cust_price_plan where belong_object_type = “80u” and not exists (select pricing_plan_id from temp_table);</a:t>
            </a:r>
            <a:endParaRPr lang="en-US" altLang="zh-TW" sz="1000">
              <a:ea typeface="PMingLiU" panose="02020500000000000000" charset="-120"/>
              <a:cs typeface="PMingLiU" panose="02020500000000000000" charset="-120"/>
            </a:endParaRPr>
          </a:p>
          <a:p>
            <a:pPr eaLnBrk="1" hangingPunct="1">
              <a:lnSpc>
                <a:spcPct val="90000"/>
              </a:lnSpc>
            </a:pPr>
            <a:r>
              <a:rPr lang="en-US" altLang="zh-TW" sz="1000">
                <a:ea typeface="PMingLiU" panose="02020500000000000000" charset="-120"/>
                <a:cs typeface="PMingLiU" panose="02020500000000000000" charset="-120"/>
              </a:rPr>
              <a:t>In order to minimize the cost, we limit the size of the temporary table as much as possible by providing more search criteria.  The criteria a.belong_object_type=”80u” is added in the sub-criteria, because that’s what the outer query is interested in.  The criteria b.offer_kind=”3” is moved to the front, because it can minimize the number of records for matching in the join operation(a.pricing_plan_id = b.pricing_plan_id) later. </a:t>
            </a:r>
            <a:endParaRPr lang="en-US" altLang="zh-TW" sz="1000">
              <a:ea typeface="PMingLiU" panose="02020500000000000000" charset="-120"/>
              <a:cs typeface="PMingLiU" panose="02020500000000000000" charset="-120"/>
            </a:endParaRPr>
          </a:p>
          <a:p>
            <a:pPr eaLnBrk="1" hangingPunct="1">
              <a:lnSpc>
                <a:spcPct val="90000"/>
              </a:lnSpc>
            </a:pPr>
            <a:r>
              <a:rPr lang="en-US" altLang="zh-TW" sz="1000">
                <a:ea typeface="PMingLiU" panose="02020500000000000000" charset="-120"/>
                <a:cs typeface="PMingLiU" panose="02020500000000000000" charset="-120"/>
              </a:rPr>
              <a:t>The outer query cannot be optimized further, because of the operation “not exists”.  Nevertheless, we shrink the size of the result set from the sub-query as much as possible already.  It will improve the performance of this query, comparing with before. </a:t>
            </a:r>
            <a:endParaRPr lang="en-US" altLang="zh-TW" sz="1000">
              <a:ea typeface="PMingLiU" panose="02020500000000000000" charset="-120"/>
              <a:cs typeface="PMingLiU" panose="02020500000000000000" charset="-12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幻灯片图像占位符 1"/>
          <p:cNvSpPr>
            <a:spLocks noGrp="1" noRot="1" noChangeAspect="1" noTextEdit="1"/>
          </p:cNvSpPr>
          <p:nvPr>
            <p:ph type="sldImg"/>
          </p:nvPr>
        </p:nvSpPr>
        <p:spPr/>
      </p:sp>
      <p:sp>
        <p:nvSpPr>
          <p:cNvPr id="191491" name="备注占位符 2"/>
          <p:cNvSpPr>
            <a:spLocks noGrp="1"/>
          </p:cNvSpPr>
          <p:nvPr>
            <p:ph type="body" idx="1"/>
          </p:nvPr>
        </p:nvSpPr>
        <p:spPr>
          <a:noFill/>
        </p:spPr>
        <p:txBody>
          <a:bodyPr/>
          <a:lstStyle/>
          <a:p>
            <a:pPr eaLnBrk="1" hangingPunct="1"/>
            <a:endParaRPr lang="zh-CN" altLang="en-US">
              <a:cs typeface="宋体" panose="02010600030101010101" pitchFamily="2" charset="-122"/>
            </a:endParaRPr>
          </a:p>
        </p:txBody>
      </p:sp>
      <p:sp>
        <p:nvSpPr>
          <p:cNvPr id="191492" name="灯片编号占位符 3"/>
          <p:cNvSpPr txBox="1">
            <a:spLocks noGrp="1"/>
          </p:cNvSpPr>
          <p:nvPr/>
        </p:nvSpPr>
        <p:spPr bwMode="auto">
          <a:xfrm>
            <a:off x="3884027" y="8686488"/>
            <a:ext cx="2972421" cy="455951"/>
          </a:xfrm>
          <a:prstGeom prst="rect">
            <a:avLst/>
          </a:prstGeom>
          <a:noFill/>
          <a:ln>
            <a:noFill/>
          </a:ln>
        </p:spPr>
        <p:txBody>
          <a:bodyPr lIns="91421" tIns="45710" rIns="91421" bIns="45710" anchor="b"/>
          <a:lstStyle>
            <a:lvl1pPr defTabSz="931545"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1pPr>
            <a:lvl2pPr marL="742950" indent="-285750" defTabSz="931545"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2pPr>
            <a:lvl3pPr marL="1143000" indent="-228600" defTabSz="931545"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3pPr>
            <a:lvl4pPr marL="1600200" indent="-228600" defTabSz="931545"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4pPr>
            <a:lvl5pPr marL="2057400" indent="-228600" defTabSz="931545"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5pPr>
            <a:lvl6pPr marL="2514600" indent="-228600" defTabSz="931545"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6pPr>
            <a:lvl7pPr marL="2971800" indent="-228600" defTabSz="931545"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7pPr>
            <a:lvl8pPr marL="3429000" indent="-228600" defTabSz="931545"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8pPr>
            <a:lvl9pPr marL="3886200" indent="-228600" defTabSz="931545"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9pPr>
          </a:lstStyle>
          <a:p>
            <a:pPr algn="r" eaLnBrk="1" hangingPunct="1">
              <a:buClrTx/>
              <a:buFontTx/>
              <a:buNone/>
            </a:pPr>
            <a:fld id="{35921047-468C-C541-BA4C-0665A90C03A0}" type="slidenum">
              <a:rPr lang="en-US" altLang="zh-TW" sz="1300">
                <a:solidFill>
                  <a:schemeClr val="tx1"/>
                </a:solidFill>
                <a:ea typeface="宋体" panose="02010600030101010101" pitchFamily="2" charset="-122"/>
                <a:cs typeface="宋体" panose="02010600030101010101" pitchFamily="2" charset="-122"/>
              </a:rPr>
            </a:fld>
            <a:endParaRPr lang="en-US" altLang="zh-TW" sz="1300">
              <a:solidFill>
                <a:schemeClr val="tx1"/>
              </a:solidFill>
              <a:ea typeface="宋体" panose="02010600030101010101" pitchFamily="2" charset="-122"/>
              <a:cs typeface="宋体" panose="02010600030101010101" pitchFamily="2" charset="-122"/>
            </a:endParaRP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 Id="rId2" Target="../media/image1.jpeg" Type="http://schemas.openxmlformats.org/officeDocument/2006/relationships/image"/></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 Id="rId2" Target="../media/image2.jpeg" Type="http://schemas.openxmlformats.org/officeDocument/2006/relationships/image"/><Relationship Id="rId3" Target="../media/image3.jpeg" Type="http://schemas.openxmlformats.org/officeDocument/2006/relationships/image"/><Relationship Id="rId4" Target="../media/image4.jpeg" Type="http://schemas.openxmlformats.org/officeDocument/2006/relationships/image"/><Relationship Id="rId5" Target="../media/image5.jpeg" Type="http://schemas.openxmlformats.org/officeDocument/2006/relationships/image"/></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4.xml.rels><?xml version="1.0" encoding="UTF-8" standalone="yes"?><Relationships xmlns="http://schemas.openxmlformats.org/package/2006/relationships"><Relationship Id="rId1" Target="../slideMasters/slideMaster1.xml" Type="http://schemas.openxmlformats.org/officeDocument/2006/relationships/slideMaster"/><Relationship Id="rId2" Target="../media/image6.jpeg" Type="http://schemas.openxmlformats.org/officeDocument/2006/relationships/image"/><Relationship Id="rId3" Target="../media/image7.jpeg" Type="http://schemas.openxmlformats.org/officeDocument/2006/relationships/image"/><Relationship Id="rId4" Target="../media/image8.png" Type="http://schemas.openxmlformats.org/officeDocument/2006/relationships/image"/></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封面1">
    <p:spTree>
      <p:nvGrpSpPr>
        <p:cNvPr id="1" name=""/>
        <p:cNvGrpSpPr/>
        <p:nvPr/>
      </p:nvGrpSpPr>
      <p:grpSpPr>
        <a:xfrm>
          <a:off x="0" y="0"/>
          <a:ext cx="0" cy="0"/>
          <a:chOff x="0" y="0"/>
          <a:chExt cx="0" cy="0"/>
        </a:xfrm>
      </p:grpSpPr>
      <p:sp>
        <p:nvSpPr>
          <p:cNvPr id="6" name="矩形 5"/>
          <p:cNvSpPr/>
          <p:nvPr userDrawn="1"/>
        </p:nvSpPr>
        <p:spPr>
          <a:xfrm>
            <a:off x="2482122" y="4334540"/>
            <a:ext cx="4320413" cy="523220"/>
          </a:xfrm>
          <a:prstGeom prst="rect">
            <a:avLst/>
          </a:prstGeom>
          <a:noFill/>
          <a:ln>
            <a:noFill/>
          </a:ln>
        </p:spPr>
        <p:txBody>
          <a:bodyPr wrap="none">
            <a:spAutoFit/>
          </a:bodyPr>
          <a:lstStyle/>
          <a:p>
            <a:pPr algn="ctr">
              <a:lnSpc>
                <a:spcPct val="90000"/>
              </a:lnSpc>
              <a:spcBef>
                <a:spcPct val="50000"/>
              </a:spcBef>
              <a:buClr>
                <a:srgbClr val="FD0000"/>
              </a:buClr>
              <a:defRPr/>
            </a:pPr>
            <a:r>
              <a:rPr kumimoji="1" lang="en-US" altLang="zh-CN" sz="2800" dirty="0">
                <a:ln w="10541" cmpd="sng">
                  <a:solidFill>
                    <a:srgbClr val="FF0000"/>
                  </a:solidFill>
                  <a:prstDash val="solid"/>
                </a:ln>
                <a:solidFill>
                  <a:srgbClr val="FF0000"/>
                </a:solidFill>
                <a:effectLst>
                  <a:reflection blurRad="6350" stA="50000" endA="300" endPos="50000" dist="29997" dir="5400000" sy="-100000" algn="bl" rotWithShape="0"/>
                </a:effectLst>
                <a:latin typeface="微软雅黑" panose="020B0503020204020204" pitchFamily="34" charset="-122"/>
                <a:ea typeface="微软雅黑" panose="020B0503020204020204" pitchFamily="34" charset="-122"/>
              </a:rPr>
              <a:t>- </a:t>
            </a:r>
            <a:r>
              <a:rPr kumimoji="1" lang="zh-CN" altLang="en-US" sz="2800" dirty="0">
                <a:ln w="10541" cmpd="sng">
                  <a:solidFill>
                    <a:srgbClr val="FF0000"/>
                  </a:solidFill>
                  <a:prstDash val="solid"/>
                </a:ln>
                <a:solidFill>
                  <a:srgbClr val="FF0000"/>
                </a:solidFill>
                <a:effectLst>
                  <a:reflection blurRad="6350" stA="50000" endA="300" endPos="50000" dist="29997" dir="5400000" sy="-100000" algn="bl" rotWithShape="0"/>
                </a:effectLst>
                <a:latin typeface="微软雅黑" panose="020B0503020204020204" pitchFamily="34" charset="-122"/>
                <a:ea typeface="微软雅黑" panose="020B0503020204020204" pitchFamily="34" charset="-122"/>
              </a:rPr>
              <a:t>软 件 发 掘 数 据 价 值 </a:t>
            </a:r>
            <a:r>
              <a:rPr kumimoji="1" lang="en-US" altLang="zh-CN" sz="2800" dirty="0">
                <a:ln w="10541" cmpd="sng">
                  <a:solidFill>
                    <a:srgbClr val="FF0000"/>
                  </a:solidFill>
                  <a:prstDash val="solid"/>
                </a:ln>
                <a:solidFill>
                  <a:srgbClr val="FF0000"/>
                </a:solidFill>
                <a:effectLst>
                  <a:reflection blurRad="6350" stA="50000" endA="300" endPos="50000" dist="29997" dir="5400000" sy="-100000" algn="bl" rotWithShape="0"/>
                </a:effectLst>
                <a:latin typeface="微软雅黑" panose="020B0503020204020204" pitchFamily="34" charset="-122"/>
                <a:ea typeface="微软雅黑" panose="020B0503020204020204" pitchFamily="34" charset="-122"/>
              </a:rPr>
              <a:t>-</a:t>
            </a:r>
            <a:endParaRPr kumimoji="1" lang="zh-CN" altLang="en-US" sz="2800" dirty="0">
              <a:ln w="10541" cmpd="sng">
                <a:solidFill>
                  <a:srgbClr val="FF0000"/>
                </a:solidFill>
                <a:prstDash val="solid"/>
              </a:ln>
              <a:solidFill>
                <a:srgbClr val="FF0000"/>
              </a:solidFill>
              <a:effectLst>
                <a:reflection blurRad="6350" stA="50000" endA="300" endPos="50000" dist="29997" dir="5400000" sy="-100000" algn="bl" rotWithShape="0"/>
              </a:effectLst>
              <a:latin typeface="微软雅黑" panose="020B0503020204020204" pitchFamily="34" charset="-122"/>
              <a:ea typeface="微软雅黑" panose="020B0503020204020204" pitchFamily="34" charset="-122"/>
            </a:endParaRPr>
          </a:p>
        </p:txBody>
      </p:sp>
      <p:pic>
        <p:nvPicPr>
          <p:cNvPr id="7" name="图片 11" descr="最终版.jpg"/>
          <p:cNvPicPr>
            <a:picLocks noChangeAspect="1"/>
          </p:cNvPicPr>
          <p:nvPr userDrawn="1"/>
        </p:nvPicPr>
        <p:blipFill>
          <a:blip r:embed="rId2" cstate="print"/>
          <a:srcRect/>
          <a:stretch>
            <a:fillRect/>
          </a:stretch>
        </p:blipFill>
        <p:spPr bwMode="auto">
          <a:xfrm>
            <a:off x="2224088" y="2459038"/>
            <a:ext cx="4779962" cy="915987"/>
          </a:xfrm>
          <a:prstGeom prst="rect">
            <a:avLst/>
          </a:prstGeom>
          <a:noFill/>
          <a:ln w="9525">
            <a:noFill/>
            <a:miter lim="800000"/>
            <a:headEnd/>
            <a:tailEnd/>
          </a:ln>
        </p:spPr>
      </p:pic>
    </p:spTree>
  </p:cSld>
  <p:clrMapOvr>
    <a:masterClrMapping/>
  </p:clrMapOvr>
  <p:transition>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showMasterSp="0">
  <p:cSld name="封面2">
    <p:spTree>
      <p:nvGrpSpPr>
        <p:cNvPr id="1" name=""/>
        <p:cNvGrpSpPr/>
        <p:nvPr/>
      </p:nvGrpSpPr>
      <p:grpSpPr>
        <a:xfrm>
          <a:off x="0" y="0"/>
          <a:ext cx="0" cy="0"/>
          <a:chOff x="0" y="0"/>
          <a:chExt cx="0" cy="0"/>
        </a:xfrm>
      </p:grpSpPr>
      <p:sp>
        <p:nvSpPr>
          <p:cNvPr id="4" name="Rectangle 71"/>
          <p:cNvSpPr>
            <a:spLocks noChangeArrowheads="1"/>
          </p:cNvSpPr>
          <p:nvPr userDrawn="1"/>
        </p:nvSpPr>
        <p:spPr bwMode="auto">
          <a:xfrm>
            <a:off x="914400" y="914400"/>
            <a:ext cx="2824163" cy="2824163"/>
          </a:xfrm>
          <a:prstGeom prst="rect">
            <a:avLst/>
          </a:prstGeom>
          <a:solidFill>
            <a:srgbClr val="ADADAD"/>
          </a:solidFill>
          <a:ln w="12700">
            <a:noFill/>
            <a:miter lim="800000"/>
          </a:ln>
          <a:effectLst/>
        </p:spPr>
        <p:txBody>
          <a:bodyPr wrap="none" anchor="ctr" anchorCtr="1"/>
          <a:lstStyle/>
          <a:p>
            <a:pPr eaLnBrk="0" hangingPunct="0">
              <a:defRPr/>
            </a:pPr>
            <a:r>
              <a:rPr kumimoji="1" lang="en-US" altLang="zh-CN" sz="1400">
                <a:solidFill>
                  <a:srgbClr val="000000"/>
                </a:solidFill>
                <a:latin typeface="Verdana" panose="020B0604030504040204" pitchFamily="34" charset="0"/>
              </a:rPr>
              <a:t>&lt;Insert Picture Here&gt;</a:t>
            </a:r>
            <a:endParaRPr kumimoji="1" lang="en-US" altLang="zh-CN" sz="1400">
              <a:solidFill>
                <a:srgbClr val="000000"/>
              </a:solidFill>
              <a:latin typeface="Verdana" panose="020B0604030504040204" pitchFamily="34" charset="0"/>
            </a:endParaRPr>
          </a:p>
        </p:txBody>
      </p:sp>
      <p:pic>
        <p:nvPicPr>
          <p:cNvPr id="5" name="Picture 74" descr="Tall Red"/>
          <p:cNvPicPr>
            <a:picLocks noChangeAspect="1" noChangeArrowheads="1"/>
          </p:cNvPicPr>
          <p:nvPr userDrawn="1"/>
        </p:nvPicPr>
        <p:blipFill>
          <a:blip r:embed="rId2" cstate="print"/>
          <a:srcRect/>
          <a:stretch>
            <a:fillRect/>
          </a:stretch>
        </p:blipFill>
        <p:spPr bwMode="auto">
          <a:xfrm>
            <a:off x="0" y="914400"/>
            <a:ext cx="914400" cy="2822575"/>
          </a:xfrm>
          <a:prstGeom prst="rect">
            <a:avLst/>
          </a:prstGeom>
          <a:noFill/>
          <a:ln w="9525">
            <a:noFill/>
            <a:miter lim="800000"/>
            <a:headEnd/>
            <a:tailEnd/>
          </a:ln>
        </p:spPr>
      </p:pic>
      <p:pic>
        <p:nvPicPr>
          <p:cNvPr id="6" name="Picture 75" descr="Wide Red"/>
          <p:cNvPicPr>
            <a:picLocks noChangeAspect="1" noChangeArrowheads="1"/>
          </p:cNvPicPr>
          <p:nvPr userDrawn="1"/>
        </p:nvPicPr>
        <p:blipFill>
          <a:blip r:embed="rId3" cstate="print"/>
          <a:srcRect/>
          <a:stretch>
            <a:fillRect/>
          </a:stretch>
        </p:blipFill>
        <p:spPr bwMode="auto">
          <a:xfrm>
            <a:off x="3736975" y="914400"/>
            <a:ext cx="5407025" cy="2822575"/>
          </a:xfrm>
          <a:prstGeom prst="rect">
            <a:avLst/>
          </a:prstGeom>
          <a:noFill/>
          <a:ln w="9525">
            <a:noFill/>
            <a:miter lim="800000"/>
            <a:headEnd/>
            <a:tailEnd/>
          </a:ln>
        </p:spPr>
      </p:pic>
      <p:sp>
        <p:nvSpPr>
          <p:cNvPr id="262220" name="Rectangle 76"/>
          <p:cNvSpPr>
            <a:spLocks noGrp="1" noChangeArrowheads="1"/>
          </p:cNvSpPr>
          <p:nvPr>
            <p:ph type="ctrTitle" sz="quarter"/>
          </p:nvPr>
        </p:nvSpPr>
        <p:spPr>
          <a:xfrm>
            <a:off x="838200" y="4800600"/>
            <a:ext cx="7772400" cy="860425"/>
          </a:xfrm>
        </p:spPr>
        <p:txBody>
          <a:bodyPr lIns="91440" tIns="45720" rIns="91440" bIns="45720" anchor="b"/>
          <a:lstStyle>
            <a:lvl1pPr>
              <a:defRPr sz="2800"/>
            </a:lvl1pPr>
          </a:lstStyle>
          <a:p>
            <a:r>
              <a:rPr lang="en-US" altLang="zh-CN" dirty="0"/>
              <a:t>Click to edit Master title style</a:t>
            </a:r>
            <a:endParaRPr lang="en-US" altLang="zh-CN" dirty="0"/>
          </a:p>
        </p:txBody>
      </p:sp>
      <p:sp>
        <p:nvSpPr>
          <p:cNvPr id="262221" name="Rectangle 77"/>
          <p:cNvSpPr>
            <a:spLocks noGrp="1" noChangeArrowheads="1"/>
          </p:cNvSpPr>
          <p:nvPr>
            <p:ph type="subTitle" sz="quarter" idx="1"/>
          </p:nvPr>
        </p:nvSpPr>
        <p:spPr>
          <a:xfrm>
            <a:off x="838200" y="5715000"/>
            <a:ext cx="6400800" cy="762000"/>
          </a:xfrm>
        </p:spPr>
        <p:txBody>
          <a:bodyPr lIns="91440" tIns="45720" rIns="91440" bIns="45720"/>
          <a:lstStyle>
            <a:lvl1pPr marL="0" indent="0">
              <a:spcBef>
                <a:spcPct val="0"/>
              </a:spcBef>
              <a:buFontTx/>
              <a:buNone/>
              <a:defRPr sz="2000"/>
            </a:lvl1pPr>
          </a:lstStyle>
          <a:p>
            <a:r>
              <a:rPr lang="en-US" altLang="zh-CN" dirty="0"/>
              <a:t>Click to edit Master subtitle style</a:t>
            </a:r>
            <a:endParaRPr lang="en-US" altLang="zh-CN" dirty="0"/>
          </a:p>
        </p:txBody>
      </p:sp>
      <p:pic>
        <p:nvPicPr>
          <p:cNvPr id="8" name="图片 6" descr="He36BowInletGAL.jpg"/>
          <p:cNvPicPr>
            <a:picLocks noChangeAspect="1"/>
          </p:cNvPicPr>
          <p:nvPr userDrawn="1"/>
        </p:nvPicPr>
        <p:blipFill>
          <a:blip r:embed="rId4" cstate="print"/>
          <a:srcRect/>
          <a:stretch>
            <a:fillRect/>
          </a:stretch>
        </p:blipFill>
        <p:spPr bwMode="auto">
          <a:xfrm>
            <a:off x="684213" y="915988"/>
            <a:ext cx="3948112" cy="2825750"/>
          </a:xfrm>
          <a:prstGeom prst="rect">
            <a:avLst/>
          </a:prstGeom>
          <a:noFill/>
          <a:ln w="9525">
            <a:noFill/>
            <a:miter lim="800000"/>
            <a:headEnd/>
            <a:tailEnd/>
          </a:ln>
        </p:spPr>
      </p:pic>
      <p:pic>
        <p:nvPicPr>
          <p:cNvPr id="9" name="图片 13" descr="最终版.jpg"/>
          <p:cNvPicPr>
            <a:picLocks noChangeAspect="1" noChangeArrowheads="1"/>
          </p:cNvPicPr>
          <p:nvPr userDrawn="1"/>
        </p:nvPicPr>
        <p:blipFill>
          <a:blip r:embed="rId5" cstate="print"/>
          <a:srcRect/>
          <a:stretch>
            <a:fillRect/>
          </a:stretch>
        </p:blipFill>
        <p:spPr bwMode="auto">
          <a:xfrm>
            <a:off x="796924" y="4357694"/>
            <a:ext cx="2240141" cy="428619"/>
          </a:xfrm>
          <a:prstGeom prst="rect">
            <a:avLst/>
          </a:prstGeom>
          <a:noFill/>
          <a:ln w="9525">
            <a:noFill/>
            <a:miter lim="800000"/>
            <a:headEnd/>
            <a:tailEnd/>
          </a:ln>
        </p:spPr>
      </p:pic>
    </p:spTree>
  </p:cSld>
  <p:clrMapOvr>
    <a:masterClrMapping/>
  </p:clrMapOvr>
  <p:transition>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75216" y="304800"/>
            <a:ext cx="7793567" cy="482600"/>
          </a:xfrm>
        </p:spPr>
        <p:txBody>
          <a:bodyPr/>
          <a:lstStyle>
            <a:lvl1pPr>
              <a:defRPr sz="2800"/>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675000" y="1303865"/>
            <a:ext cx="7794000" cy="4551971"/>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灯片编号占位符 4"/>
          <p:cNvSpPr>
            <a:spLocks noGrp="1"/>
          </p:cNvSpPr>
          <p:nvPr>
            <p:ph type="sldNum" sz="quarter" idx="10"/>
          </p:nvPr>
        </p:nvSpPr>
        <p:spPr>
          <a:xfrm>
            <a:off x="0" y="6450013"/>
            <a:ext cx="9144000" cy="365125"/>
          </a:xfrm>
        </p:spPr>
        <p:txBody>
          <a:bodyPr/>
          <a:lstStyle>
            <a:lvl1pPr>
              <a:defRPr>
                <a:solidFill>
                  <a:schemeClr val="bg1">
                    <a:lumMod val="50000"/>
                  </a:schemeClr>
                </a:solidFill>
                <a:latin typeface="+mn-lt"/>
                <a:ea typeface="微软雅黑" panose="020B0503020204020204" pitchFamily="34" charset="-122"/>
              </a:defRPr>
            </a:lvl1pPr>
          </a:lstStyle>
          <a:p>
            <a:fld id="{BC19DD57-1BEB-4926-A058-047180D57B5B}" type="slidenum">
              <a:rPr lang="zh-CN" altLang="en-US" smtClean="0"/>
            </a:fld>
            <a:endParaRPr lang="zh-CN" altLang="en-US" dirty="0"/>
          </a:p>
        </p:txBody>
      </p:sp>
      <p:sp>
        <p:nvSpPr>
          <p:cNvPr id="9" name="Rectangle 77"/>
          <p:cNvSpPr>
            <a:spLocks noGrp="1" noChangeArrowheads="1"/>
          </p:cNvSpPr>
          <p:nvPr>
            <p:ph type="subTitle" sz="quarter" idx="11"/>
          </p:nvPr>
        </p:nvSpPr>
        <p:spPr>
          <a:xfrm>
            <a:off x="677333" y="821267"/>
            <a:ext cx="6400800" cy="347133"/>
          </a:xfrm>
        </p:spPr>
        <p:txBody>
          <a:bodyPr lIns="91440" tIns="45720" rIns="91440" bIns="45720"/>
          <a:lstStyle>
            <a:lvl1pPr marL="0" indent="0">
              <a:spcBef>
                <a:spcPct val="0"/>
              </a:spcBef>
              <a:buFontTx/>
              <a:buNone/>
              <a:defRPr sz="1800" b="1">
                <a:solidFill>
                  <a:srgbClr val="FF0000"/>
                </a:solidFill>
                <a:latin typeface="微软雅黑" panose="020B0503020204020204" pitchFamily="34" charset="-122"/>
                <a:ea typeface="微软雅黑" panose="020B0503020204020204" pitchFamily="34" charset="-122"/>
              </a:defRPr>
            </a:lvl1pPr>
          </a:lstStyle>
          <a:p>
            <a:r>
              <a:rPr lang="en-US" altLang="zh-CN" dirty="0"/>
              <a:t>Click to edit Master subtitle style</a:t>
            </a:r>
            <a:endParaRPr lang="en-US" altLang="zh-CN" dirty="0"/>
          </a:p>
        </p:txBody>
      </p:sp>
      <p:sp>
        <p:nvSpPr>
          <p:cNvPr id="6" name="灯片编号占位符 9"/>
          <p:cNvSpPr txBox="1"/>
          <p:nvPr userDrawn="1"/>
        </p:nvSpPr>
        <p:spPr>
          <a:xfrm>
            <a:off x="0" y="6457950"/>
            <a:ext cx="9144000" cy="365125"/>
          </a:xfrm>
          <a:prstGeom prst="rect">
            <a:avLst/>
          </a:prstGeom>
        </p:spPr>
        <p:txBody>
          <a:bodyPr vert="horz" wrap="square" lIns="91440" tIns="45720" rIns="91440" bIns="45720" numCol="1" anchor="ctr" anchorCtr="0" compatLnSpc="1"/>
          <a:lstStyle>
            <a:lvl1pPr algn="r">
              <a:defRPr sz="1200" b="0">
                <a:solidFill>
                  <a:schemeClr val="bg1">
                    <a:lumMod val="50000"/>
                  </a:schemeClr>
                </a:solidFill>
                <a:latin typeface="+mn-lt"/>
                <a:ea typeface="宋体" panose="02010600030101010101" pitchFamily="2" charset="-122"/>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84CFB1C9-13D2-4FCA-8E43-5D048D3AC9EF}" type="slidenum">
              <a:rPr kumimoji="1" lang="zh-CN" altLang="en-US" sz="1200" b="0" i="0" u="none" strike="noStrike" kern="1200" cap="none" spc="0" normalizeH="0" baseline="0" noProof="0" smtClean="0">
                <a:ln>
                  <a:noFill/>
                </a:ln>
                <a:solidFill>
                  <a:schemeClr val="bg1">
                    <a:lumMod val="50000"/>
                  </a:schemeClr>
                </a:solidFill>
                <a:effectLst/>
                <a:uLnTx/>
                <a:uFillTx/>
                <a:latin typeface="+mn-lt"/>
                <a:ea typeface="宋体" panose="02010600030101010101" pitchFamily="2" charset="-122"/>
                <a:cs typeface="+mn-cs"/>
              </a:rPr>
            </a:fld>
            <a:endParaRPr kumimoji="1" lang="zh-CN" altLang="en-US" sz="1200" b="0" i="0" u="none" strike="noStrike" kern="1200" cap="none" spc="0" normalizeH="0" baseline="0" noProof="0" dirty="0">
              <a:ln>
                <a:noFill/>
              </a:ln>
              <a:solidFill>
                <a:schemeClr val="bg1">
                  <a:lumMod val="50000"/>
                </a:schemeClr>
              </a:solidFill>
              <a:effectLst/>
              <a:uLnTx/>
              <a:uFillTx/>
              <a:latin typeface="+mn-lt"/>
              <a:ea typeface="宋体" panose="02010600030101010101" pitchFamily="2" charset="-122"/>
              <a:cs typeface="+mn-cs"/>
            </a:endParaRPr>
          </a:p>
        </p:txBody>
      </p:sp>
    </p:spTree>
  </p:cSld>
  <p:clrMapOvr>
    <a:masterClrMapping/>
  </p:clrMapOvr>
  <p:transition>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2800"/>
            </a:lvl1pPr>
          </a:lstStyle>
          <a:p>
            <a:r>
              <a:rPr lang="zh-CN" altLang="en-US" dirty="0"/>
              <a:t>单击此处编辑母版标题样式</a:t>
            </a:r>
            <a:endParaRPr lang="zh-CN" altLang="en-US" dirty="0"/>
          </a:p>
        </p:txBody>
      </p:sp>
      <p:sp>
        <p:nvSpPr>
          <p:cNvPr id="3" name="灯片编号占位符 9"/>
          <p:cNvSpPr>
            <a:spLocks noGrp="1"/>
          </p:cNvSpPr>
          <p:nvPr>
            <p:ph type="sldNum" sz="quarter" idx="10"/>
          </p:nvPr>
        </p:nvSpPr>
        <p:spPr/>
        <p:txBody>
          <a:bodyPr/>
          <a:lstStyle>
            <a:lvl1pPr>
              <a:defRPr/>
            </a:lvl1pPr>
          </a:lstStyle>
          <a:p>
            <a:fld id="{843FDE6D-2E60-40CA-B9A9-021DD7C4E2C0}" type="slidenum">
              <a:rPr lang="zh-CN" altLang="en-US"/>
            </a:fld>
            <a:endParaRPr lang="zh-CN" altLang="en-US"/>
          </a:p>
        </p:txBody>
      </p:sp>
    </p:spTree>
  </p:cSld>
  <p:clrMapOvr>
    <a:masterClrMapping/>
  </p:clrMapOvr>
  <p:transition>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5" name="灯片编号占位符 9"/>
          <p:cNvSpPr>
            <a:spLocks noGrp="1"/>
          </p:cNvSpPr>
          <p:nvPr>
            <p:ph type="sldNum" sz="quarter" idx="4"/>
          </p:nvPr>
        </p:nvSpPr>
        <p:spPr>
          <a:xfrm>
            <a:off x="0" y="6457950"/>
            <a:ext cx="9144000" cy="365125"/>
          </a:xfrm>
          <a:prstGeom prst="rect">
            <a:avLst/>
          </a:prstGeom>
        </p:spPr>
        <p:txBody>
          <a:bodyPr vert="horz" wrap="square" lIns="91440" tIns="45720" rIns="91440" bIns="45720" numCol="1" anchor="ctr" anchorCtr="0" compatLnSpc="1"/>
          <a:lstStyle>
            <a:lvl1pPr algn="r">
              <a:defRPr sz="1200" b="0">
                <a:solidFill>
                  <a:schemeClr val="bg1">
                    <a:lumMod val="50000"/>
                  </a:schemeClr>
                </a:solidFill>
                <a:latin typeface="+mn-lt"/>
                <a:ea typeface="宋体" panose="02010600030101010101" pitchFamily="2" charset="-122"/>
              </a:defRPr>
            </a:lvl1pPr>
          </a:lstStyle>
          <a:p>
            <a:fld id="{84CFB1C9-13D2-4FCA-8E43-5D048D3AC9EF}" type="slidenum">
              <a:rPr kumimoji="1" lang="zh-CN" altLang="en-US" smtClean="0"/>
            </a:fld>
            <a:endParaRPr kumimoji="1" lang="zh-CN" altLang="en-US" dirty="0"/>
          </a:p>
        </p:txBody>
      </p:sp>
    </p:spTree>
  </p:cSld>
  <p:clrMapOvr>
    <a:masterClrMapping/>
  </p:clrMapOvr>
  <p:transition>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3" name="标题 1"/>
          <p:cNvSpPr>
            <a:spLocks noGrp="1"/>
          </p:cNvSpPr>
          <p:nvPr>
            <p:ph type="title"/>
          </p:nvPr>
        </p:nvSpPr>
        <p:spPr>
          <a:xfrm>
            <a:off x="889000" y="304800"/>
            <a:ext cx="7581900" cy="941388"/>
          </a:xfrm>
        </p:spPr>
        <p:txBody>
          <a:bodyPr/>
          <a:lstStyle/>
          <a:p>
            <a:r>
              <a:rPr lang="zh-CN" altLang="en-US" dirty="0"/>
              <a:t>单击此处编辑母版标题样式</a:t>
            </a:r>
            <a:endParaRPr lang="zh-CN" altLang="en-US" dirty="0"/>
          </a:p>
        </p:txBody>
      </p:sp>
      <p:sp>
        <p:nvSpPr>
          <p:cNvPr id="4" name="内容占位符 2"/>
          <p:cNvSpPr>
            <a:spLocks noGrp="1"/>
          </p:cNvSpPr>
          <p:nvPr>
            <p:ph idx="1"/>
          </p:nvPr>
        </p:nvSpPr>
        <p:spPr>
          <a:xfrm>
            <a:off x="907480" y="1600200"/>
            <a:ext cx="7537450" cy="4343400"/>
          </a:xfrm>
          <a:prstGeom prst="rect">
            <a:avLst/>
          </a:prstGeo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灯片编号占位符 9"/>
          <p:cNvSpPr>
            <a:spLocks noGrp="1"/>
          </p:cNvSpPr>
          <p:nvPr>
            <p:ph type="sldNum" sz="quarter" idx="4"/>
          </p:nvPr>
        </p:nvSpPr>
        <p:spPr>
          <a:xfrm>
            <a:off x="0" y="6457950"/>
            <a:ext cx="9144000" cy="365125"/>
          </a:xfrm>
          <a:prstGeom prst="rect">
            <a:avLst/>
          </a:prstGeom>
        </p:spPr>
        <p:txBody>
          <a:bodyPr vert="horz" wrap="square" lIns="91440" tIns="45720" rIns="91440" bIns="45720" numCol="1" anchor="ctr" anchorCtr="0" compatLnSpc="1"/>
          <a:lstStyle>
            <a:lvl1pPr algn="r">
              <a:defRPr sz="1200" b="0">
                <a:solidFill>
                  <a:schemeClr val="bg1">
                    <a:lumMod val="50000"/>
                  </a:schemeClr>
                </a:solidFill>
                <a:latin typeface="+mn-lt"/>
                <a:ea typeface="宋体" panose="02010600030101010101" pitchFamily="2" charset="-122"/>
              </a:defRPr>
            </a:lvl1pPr>
          </a:lstStyle>
          <a:p>
            <a:fld id="{84CFB1C9-13D2-4FCA-8E43-5D048D3AC9EF}" type="slidenum">
              <a:rPr kumimoji="1" lang="zh-CN" altLang="en-US" smtClean="0"/>
            </a:fld>
            <a:endParaRPr kumimoji="1" lang="zh-CN" altLang="en-US" dirty="0"/>
          </a:p>
        </p:txBody>
      </p:sp>
    </p:spTree>
  </p:cSld>
  <p:clrMapOvr>
    <a:masterClrMapping/>
  </p:clrMapOvr>
  <p:transition>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仅标题">
    <p:spTree>
      <p:nvGrpSpPr>
        <p:cNvPr id="1" name=""/>
        <p:cNvGrpSpPr/>
        <p:nvPr/>
      </p:nvGrpSpPr>
      <p:grpSpPr>
        <a:xfrm>
          <a:off x="0" y="0"/>
          <a:ext cx="0" cy="0"/>
          <a:chOff x="0" y="0"/>
          <a:chExt cx="0" cy="0"/>
        </a:xfrm>
      </p:grpSpPr>
      <p:sp>
        <p:nvSpPr>
          <p:cNvPr id="4" name="标题 1"/>
          <p:cNvSpPr txBox="1"/>
          <p:nvPr userDrawn="1"/>
        </p:nvSpPr>
        <p:spPr bwMode="auto">
          <a:xfrm>
            <a:off x="889000" y="304800"/>
            <a:ext cx="7581900" cy="941388"/>
          </a:xfrm>
          <a:prstGeom prst="rect">
            <a:avLst/>
          </a:prstGeom>
          <a:noFill/>
          <a:ln w="9525">
            <a:noFill/>
            <a:miter lim="800000"/>
          </a:ln>
        </p:spPr>
        <p:txBody>
          <a:bodyPr vert="horz" wrap="square" lIns="0" tIns="0" rIns="0" bIns="0" numCol="1" anchor="t" anchorCtr="0" compatLnSpc="1"/>
          <a:lstStyle>
            <a:lvl1pPr algn="l" rtl="0" eaLnBrk="0" fontAlgn="base" hangingPunct="0">
              <a:spcBef>
                <a:spcPct val="0"/>
              </a:spcBef>
              <a:spcAft>
                <a:spcPct val="0"/>
              </a:spcAft>
              <a:defRPr sz="2800" b="1">
                <a:solidFill>
                  <a:schemeClr val="tx1"/>
                </a:solidFill>
                <a:latin typeface="微软雅黑" panose="020B0503020204020204" pitchFamily="34" charset="-122"/>
                <a:ea typeface="微软雅黑" panose="020B0503020204020204" pitchFamily="34" charset="-122"/>
                <a:cs typeface="+mj-cs"/>
              </a:defRPr>
            </a:lvl1pPr>
            <a:lvl2pPr algn="l" rtl="0" eaLnBrk="0" fontAlgn="base" hangingPunct="0">
              <a:spcBef>
                <a:spcPct val="0"/>
              </a:spcBef>
              <a:spcAft>
                <a:spcPct val="0"/>
              </a:spcAft>
              <a:defRPr sz="3200" b="1">
                <a:solidFill>
                  <a:schemeClr val="tx1"/>
                </a:solidFill>
                <a:latin typeface="Arial" panose="020B0604020202020204" pitchFamily="34" charset="0"/>
              </a:defRPr>
            </a:lvl2pPr>
            <a:lvl3pPr algn="l" rtl="0" eaLnBrk="0" fontAlgn="base" hangingPunct="0">
              <a:spcBef>
                <a:spcPct val="0"/>
              </a:spcBef>
              <a:spcAft>
                <a:spcPct val="0"/>
              </a:spcAft>
              <a:defRPr sz="3200" b="1">
                <a:solidFill>
                  <a:schemeClr val="tx1"/>
                </a:solidFill>
                <a:latin typeface="Arial" panose="020B0604020202020204" pitchFamily="34" charset="0"/>
              </a:defRPr>
            </a:lvl3pPr>
            <a:lvl4pPr algn="l" rtl="0" eaLnBrk="0" fontAlgn="base" hangingPunct="0">
              <a:spcBef>
                <a:spcPct val="0"/>
              </a:spcBef>
              <a:spcAft>
                <a:spcPct val="0"/>
              </a:spcAft>
              <a:defRPr sz="3200" b="1">
                <a:solidFill>
                  <a:schemeClr val="tx1"/>
                </a:solidFill>
                <a:latin typeface="Arial" panose="020B0604020202020204" pitchFamily="34" charset="0"/>
              </a:defRPr>
            </a:lvl4pPr>
            <a:lvl5pPr algn="l" rtl="0" eaLnBrk="0" fontAlgn="base" hangingPunct="0">
              <a:spcBef>
                <a:spcPct val="0"/>
              </a:spcBef>
              <a:spcAft>
                <a:spcPct val="0"/>
              </a:spcAft>
              <a:defRPr sz="3200" b="1">
                <a:solidFill>
                  <a:schemeClr val="tx1"/>
                </a:solidFill>
                <a:latin typeface="Arial" panose="020B0604020202020204" pitchFamily="34" charset="0"/>
              </a:defRPr>
            </a:lvl5pPr>
            <a:lvl6pPr marL="457200" algn="l" rtl="0" fontAlgn="base">
              <a:spcBef>
                <a:spcPct val="0"/>
              </a:spcBef>
              <a:spcAft>
                <a:spcPct val="0"/>
              </a:spcAft>
              <a:defRPr sz="3200" b="1">
                <a:solidFill>
                  <a:schemeClr val="tx1"/>
                </a:solidFill>
                <a:latin typeface="Arial" panose="020B0604020202020204" pitchFamily="34" charset="0"/>
              </a:defRPr>
            </a:lvl6pPr>
            <a:lvl7pPr marL="914400" algn="l" rtl="0" fontAlgn="base">
              <a:spcBef>
                <a:spcPct val="0"/>
              </a:spcBef>
              <a:spcAft>
                <a:spcPct val="0"/>
              </a:spcAft>
              <a:defRPr sz="3200" b="1">
                <a:solidFill>
                  <a:schemeClr val="tx1"/>
                </a:solidFill>
                <a:latin typeface="Arial" panose="020B0604020202020204" pitchFamily="34" charset="0"/>
              </a:defRPr>
            </a:lvl7pPr>
            <a:lvl8pPr marL="1371600" algn="l" rtl="0" fontAlgn="base">
              <a:spcBef>
                <a:spcPct val="0"/>
              </a:spcBef>
              <a:spcAft>
                <a:spcPct val="0"/>
              </a:spcAft>
              <a:defRPr sz="3200" b="1">
                <a:solidFill>
                  <a:schemeClr val="tx1"/>
                </a:solidFill>
                <a:latin typeface="Arial" panose="020B0604020202020204" pitchFamily="34" charset="0"/>
              </a:defRPr>
            </a:lvl8pPr>
            <a:lvl9pPr marL="1828800" algn="l" rtl="0" fontAlgn="base">
              <a:spcBef>
                <a:spcPct val="0"/>
              </a:spcBef>
              <a:spcAft>
                <a:spcPct val="0"/>
              </a:spcAft>
              <a:defRPr sz="3200" b="1">
                <a:solidFill>
                  <a:schemeClr val="tx1"/>
                </a:solidFill>
                <a:latin typeface="Arial" panose="020B0604020202020204" pitchFamily="34" charset="0"/>
              </a:defRPr>
            </a:lvl9pPr>
          </a:lstStyle>
          <a:p>
            <a:endParaRPr lang="zh-CN" altLang="en-US" kern="0" dirty="0"/>
          </a:p>
        </p:txBody>
      </p:sp>
      <p:sp>
        <p:nvSpPr>
          <p:cNvPr id="6" name="标题 1"/>
          <p:cNvSpPr>
            <a:spLocks noGrp="1"/>
          </p:cNvSpPr>
          <p:nvPr>
            <p:ph type="title"/>
          </p:nvPr>
        </p:nvSpPr>
        <p:spPr>
          <a:xfrm>
            <a:off x="677333" y="304800"/>
            <a:ext cx="7793567" cy="482600"/>
          </a:xfrm>
        </p:spPr>
        <p:txBody>
          <a:bodyPr/>
          <a:lstStyle/>
          <a:p>
            <a:endParaRPr lang="zh-CN" altLang="en-US" dirty="0"/>
          </a:p>
        </p:txBody>
      </p:sp>
      <p:sp>
        <p:nvSpPr>
          <p:cNvPr id="5" name="灯片编号占位符 9"/>
          <p:cNvSpPr>
            <a:spLocks noGrp="1"/>
          </p:cNvSpPr>
          <p:nvPr>
            <p:ph type="sldNum" sz="quarter" idx="4"/>
          </p:nvPr>
        </p:nvSpPr>
        <p:spPr>
          <a:xfrm>
            <a:off x="0" y="6457950"/>
            <a:ext cx="9144000" cy="365125"/>
          </a:xfrm>
          <a:prstGeom prst="rect">
            <a:avLst/>
          </a:prstGeom>
        </p:spPr>
        <p:txBody>
          <a:bodyPr vert="horz" wrap="square" lIns="91440" tIns="45720" rIns="91440" bIns="45720" numCol="1" anchor="ctr" anchorCtr="0" compatLnSpc="1"/>
          <a:lstStyle>
            <a:lvl1pPr algn="r">
              <a:defRPr sz="1200" b="0">
                <a:solidFill>
                  <a:schemeClr val="bg1">
                    <a:lumMod val="50000"/>
                  </a:schemeClr>
                </a:solidFill>
                <a:latin typeface="+mn-lt"/>
                <a:ea typeface="宋体" panose="02010600030101010101" pitchFamily="2" charset="-122"/>
              </a:defRPr>
            </a:lvl1pPr>
          </a:lstStyle>
          <a:p>
            <a:fld id="{84CFB1C9-13D2-4FCA-8E43-5D048D3AC9EF}" type="slidenum">
              <a:rPr kumimoji="1" lang="zh-CN" altLang="en-US" smtClean="0"/>
            </a:fld>
            <a:endParaRPr kumimoji="1" lang="zh-CN" altLang="en-US" dirty="0"/>
          </a:p>
        </p:txBody>
      </p:sp>
    </p:spTree>
  </p:cSld>
  <p:clrMapOvr>
    <a:masterClrMapping/>
  </p:clrMapOvr>
  <p:transition>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封底">
    <p:spTree>
      <p:nvGrpSpPr>
        <p:cNvPr id="1" name=""/>
        <p:cNvGrpSpPr/>
        <p:nvPr/>
      </p:nvGrpSpPr>
      <p:grpSpPr>
        <a:xfrm>
          <a:off x="0" y="0"/>
          <a:ext cx="0" cy="0"/>
          <a:chOff x="0" y="0"/>
          <a:chExt cx="0" cy="0"/>
        </a:xfrm>
      </p:grpSpPr>
      <p:sp>
        <p:nvSpPr>
          <p:cNvPr id="6" name="文本框 5"/>
          <p:cNvSpPr txBox="1"/>
          <p:nvPr userDrawn="1"/>
        </p:nvSpPr>
        <p:spPr>
          <a:xfrm>
            <a:off x="2840048" y="2493813"/>
            <a:ext cx="4095142" cy="1200329"/>
          </a:xfrm>
          <a:prstGeom prst="rect">
            <a:avLst/>
          </a:prstGeom>
          <a:noFill/>
        </p:spPr>
        <p:txBody>
          <a:bodyPr wrap="square" rtlCol="0">
            <a:spAutoFit/>
          </a:bodyPr>
          <a:lstStyle/>
          <a:p>
            <a:pPr algn="ctr"/>
            <a:r>
              <a:rPr lang="en-US" altLang="zh-CN" sz="7200" dirty="0">
                <a:solidFill>
                  <a:srgbClr val="FF0000"/>
                </a:solidFill>
                <a:latin typeface="Vrinda" panose="020B0502040204020203" pitchFamily="34" charset="0"/>
                <a:ea typeface="Tahoma" panose="020B0604030504040204" pitchFamily="34" charset="0"/>
                <a:cs typeface="Vrinda" panose="020B0502040204020203" pitchFamily="34" charset="0"/>
              </a:rPr>
              <a:t>Q</a:t>
            </a:r>
            <a:r>
              <a:rPr lang="en-US" altLang="zh-CN" sz="3600" dirty="0">
                <a:solidFill>
                  <a:srgbClr val="FF0000"/>
                </a:solidFill>
                <a:latin typeface="Vrinda" panose="020B0502040204020203" pitchFamily="34" charset="0"/>
                <a:ea typeface="Tahoma" panose="020B0604030504040204" pitchFamily="34" charset="0"/>
                <a:cs typeface="Vrinda" panose="020B0502040204020203" pitchFamily="34" charset="0"/>
              </a:rPr>
              <a:t> </a:t>
            </a:r>
            <a:r>
              <a:rPr lang="en-US" altLang="zh-CN" sz="6000" dirty="0">
                <a:solidFill>
                  <a:srgbClr val="FF0000"/>
                </a:solidFill>
                <a:latin typeface="Vrinda" panose="020B0502040204020203" pitchFamily="34" charset="0"/>
                <a:ea typeface="Tahoma" panose="020B0604030504040204" pitchFamily="34" charset="0"/>
                <a:cs typeface="Vrinda" panose="020B0502040204020203" pitchFamily="34" charset="0"/>
              </a:rPr>
              <a:t>&amp;</a:t>
            </a:r>
            <a:r>
              <a:rPr lang="en-US" altLang="zh-CN" sz="3600" dirty="0">
                <a:solidFill>
                  <a:srgbClr val="FF0000"/>
                </a:solidFill>
                <a:latin typeface="Vrinda" panose="020B0502040204020203" pitchFamily="34" charset="0"/>
                <a:ea typeface="Tahoma" panose="020B0604030504040204" pitchFamily="34" charset="0"/>
                <a:cs typeface="Vrinda" panose="020B0502040204020203" pitchFamily="34" charset="0"/>
              </a:rPr>
              <a:t> </a:t>
            </a:r>
            <a:r>
              <a:rPr lang="en-US" altLang="zh-CN" sz="7200" dirty="0">
                <a:solidFill>
                  <a:srgbClr val="FF0000"/>
                </a:solidFill>
                <a:latin typeface="Vrinda" panose="020B0502040204020203" pitchFamily="34" charset="0"/>
                <a:ea typeface="Tahoma" panose="020B0604030504040204" pitchFamily="34" charset="0"/>
                <a:cs typeface="Vrinda" panose="020B0502040204020203" pitchFamily="34" charset="0"/>
              </a:rPr>
              <a:t>A</a:t>
            </a:r>
            <a:endParaRPr lang="zh-CN" altLang="en-US" sz="7200" dirty="0">
              <a:solidFill>
                <a:srgbClr val="FF0000"/>
              </a:solidFill>
              <a:latin typeface="Vrinda" panose="020B0502040204020203" pitchFamily="34" charset="0"/>
              <a:ea typeface="微软雅黑" panose="020B0503020204020204" pitchFamily="34" charset="-122"/>
              <a:cs typeface="Vrinda" panose="020B0502040204020203" pitchFamily="34" charset="0"/>
            </a:endParaRPr>
          </a:p>
        </p:txBody>
      </p:sp>
      <p:sp>
        <p:nvSpPr>
          <p:cNvPr id="4" name="矩形 3"/>
          <p:cNvSpPr/>
          <p:nvPr userDrawn="1"/>
        </p:nvSpPr>
        <p:spPr>
          <a:xfrm>
            <a:off x="0" y="712519"/>
            <a:ext cx="9144000" cy="1306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objOverTx">
  <p:cSld name="标题和内容在文本之上">
    <p:spTree>
      <p:nvGrpSpPr>
        <p:cNvPr id="1" name=""/>
        <p:cNvGrpSpPr/>
        <p:nvPr/>
      </p:nvGrpSpPr>
      <p:grpSpPr>
        <a:xfrm>
          <a:off x="0" y="0"/>
          <a:ext cx="0" cy="0"/>
          <a:chOff x="0" y="0"/>
          <a:chExt cx="0" cy="0"/>
        </a:xfrm>
      </p:grpSpPr>
      <p:sp>
        <p:nvSpPr>
          <p:cNvPr id="2" name="标题 1"/>
          <p:cNvSpPr>
            <a:spLocks noGrp="1"/>
          </p:cNvSpPr>
          <p:nvPr>
            <p:ph type="title"/>
          </p:nvPr>
        </p:nvSpPr>
        <p:spPr>
          <a:xfrm>
            <a:off x="153988" y="539038"/>
            <a:ext cx="8245475" cy="498475"/>
          </a:xfr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279575"/>
            <a:ext cx="8229600" cy="21859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3712963"/>
            <a:ext cx="8229600" cy="2187575"/>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transition>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6" name="灯片编号占位符 5"/>
          <p:cNvSpPr>
            <a:spLocks noGrp="1"/>
          </p:cNvSpPr>
          <p:nvPr>
            <p:ph type="sldNum" sz="quarter" idx="12"/>
          </p:nvPr>
        </p:nvSpPr>
        <p:spPr/>
        <p:txBody>
          <a:bodyPr/>
          <a:lstStyle/>
          <a:p>
            <a:fld id="{6F14581E-91BE-4DD1-BEE9-FCA9855E5E43}" type="slidenum">
              <a:rPr lang="zh-CN" altLang="en-US" smtClean="0"/>
            </a:fld>
            <a:endParaRPr lang="zh-CN" altLang="en-US"/>
          </a:p>
        </p:txBody>
      </p:sp>
    </p:spTree>
  </p:cSld>
  <p:clrMapOvr>
    <a:masterClrMapping/>
  </p:clrMapOvr>
  <p:transition>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52400" y="685800"/>
            <a:ext cx="8245475" cy="498475"/>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457200" y="1600200"/>
            <a:ext cx="4038600" cy="4525963"/>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p:wipe dir="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p:wipe dir="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381000" y="977900"/>
            <a:ext cx="8763000" cy="579438"/>
          </a:xfrm>
        </p:spPr>
        <p:txBody>
          <a:bodyPr/>
          <a:lstStyle/>
          <a:p>
            <a:r>
              <a:rPr lang="en-US"/>
              <a:t>Click to edit Master title style</a:t>
            </a:r>
            <a:endParaRPr lang="en-US"/>
          </a:p>
        </p:txBody>
      </p:sp>
      <p:sp>
        <p:nvSpPr>
          <p:cNvPr id="3" name="Table Placeholder 2"/>
          <p:cNvSpPr>
            <a:spLocks noGrp="1"/>
          </p:cNvSpPr>
          <p:nvPr>
            <p:ph type="tbl" idx="1"/>
          </p:nvPr>
        </p:nvSpPr>
        <p:spPr>
          <a:xfrm>
            <a:off x="457200" y="1893888"/>
            <a:ext cx="8229600" cy="1390650"/>
          </a:xfrm>
        </p:spPr>
        <p:txBody>
          <a:bodyPr/>
          <a:lstStyle/>
          <a:p>
            <a:pPr lvl="0"/>
            <a:endParaRPr lang="en-US" noProof="0"/>
          </a:p>
        </p:txBody>
      </p:sp>
    </p:spTree>
  </p:cSld>
  <p:clrMapOvr>
    <a:masterClrMapping/>
  </p:clrMapOvr>
  <p:transition>
    <p:pull dir="lu"/>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封底">
    <p:spTree>
      <p:nvGrpSpPr>
        <p:cNvPr id="1" name=""/>
        <p:cNvGrpSpPr/>
        <p:nvPr/>
      </p:nvGrpSpPr>
      <p:grpSpPr>
        <a:xfrm>
          <a:off x="0" y="0"/>
          <a:ext cx="0" cy="0"/>
          <a:chOff x="0" y="0"/>
          <a:chExt cx="0" cy="0"/>
        </a:xfrm>
      </p:grpSpPr>
      <p:sp>
        <p:nvSpPr>
          <p:cNvPr id="8" name="WordArt 5"/>
          <p:cNvSpPr>
            <a:spLocks noChangeArrowheads="1" noChangeShapeType="1"/>
          </p:cNvSpPr>
          <p:nvPr userDrawn="1"/>
        </p:nvSpPr>
        <p:spPr bwMode="auto">
          <a:xfrm>
            <a:off x="3402013" y="1511300"/>
            <a:ext cx="2339975" cy="892175"/>
          </a:xfrm>
          <a:prstGeom prst="rect">
            <a:avLst/>
          </a:prstGeom>
        </p:spPr>
        <p:txBody>
          <a:bodyPr wrap="none" fromWordArt="1">
            <a:prstTxWarp prst="textPlain">
              <a:avLst>
                <a:gd name="adj" fmla="val 50000"/>
              </a:avLst>
            </a:prstTxWarp>
          </a:bodyPr>
          <a:lstStyle/>
          <a:p>
            <a:r>
              <a:rPr kumimoji="1" lang="zh-CN" altLang="en-US" sz="3600" kern="10" dirty="0">
                <a:ln w="9525">
                  <a:solidFill>
                    <a:srgbClr val="CC0000"/>
                  </a:solidFill>
                  <a:round/>
                </a:ln>
                <a:solidFill>
                  <a:srgbClr val="FFCC99"/>
                </a:solidFill>
                <a:latin typeface="黑体" panose="02010609060101010101" charset="-122"/>
                <a:ea typeface="黑体" panose="02010609060101010101" charset="-122"/>
              </a:rPr>
              <a:t>谢谢</a:t>
            </a:r>
            <a:endParaRPr kumimoji="1" lang="zh-CN" altLang="en-US" sz="3600" kern="10" dirty="0">
              <a:ln w="9525">
                <a:solidFill>
                  <a:srgbClr val="CC0000"/>
                </a:solidFill>
                <a:round/>
              </a:ln>
              <a:solidFill>
                <a:srgbClr val="FFCC99"/>
              </a:solidFill>
              <a:latin typeface="黑体" panose="02010609060101010101" charset="-122"/>
              <a:ea typeface="黑体" panose="02010609060101010101" charset="-122"/>
            </a:endParaRPr>
          </a:p>
        </p:txBody>
      </p:sp>
      <p:sp>
        <p:nvSpPr>
          <p:cNvPr id="12" name="Rectangle 4"/>
          <p:cNvSpPr>
            <a:spLocks noChangeArrowheads="1"/>
          </p:cNvSpPr>
          <p:nvPr userDrawn="1"/>
        </p:nvSpPr>
        <p:spPr bwMode="auto">
          <a:xfrm>
            <a:off x="515938" y="3419475"/>
            <a:ext cx="5265737" cy="2478088"/>
          </a:xfrm>
          <a:prstGeom prst="rect">
            <a:avLst/>
          </a:prstGeom>
          <a:noFill/>
          <a:ln w="9525">
            <a:noFill/>
            <a:miter lim="800000"/>
          </a:ln>
        </p:spPr>
        <p:txBody>
          <a:bodyPr lIns="234000">
            <a:spAutoFit/>
          </a:bodyPr>
          <a:lstStyle/>
          <a:p>
            <a:pPr algn="just">
              <a:lnSpc>
                <a:spcPct val="125000"/>
              </a:lnSpc>
              <a:spcBef>
                <a:spcPct val="50000"/>
              </a:spcBef>
              <a:buClr>
                <a:schemeClr val="accent1"/>
              </a:buClr>
            </a:pPr>
            <a:r>
              <a:rPr lang="zh-CN" altLang="en-US" sz="1200" b="1" dirty="0">
                <a:solidFill>
                  <a:srgbClr val="000000"/>
                </a:solidFill>
                <a:latin typeface="微软雅黑" panose="020B0503020204020204" pitchFamily="34" charset="-122"/>
                <a:ea typeface="微软雅黑" panose="020B0503020204020204" pitchFamily="34" charset="-122"/>
              </a:rPr>
              <a:t>天津：中国天津华苑产业区海泰发展六道</a:t>
            </a:r>
            <a:r>
              <a:rPr lang="en-US" altLang="zh-CN" sz="1200" b="1" dirty="0">
                <a:solidFill>
                  <a:srgbClr val="000000"/>
                </a:solidFill>
                <a:latin typeface="微软雅黑" panose="020B0503020204020204" pitchFamily="34" charset="-122"/>
                <a:ea typeface="微软雅黑" panose="020B0503020204020204" pitchFamily="34" charset="-122"/>
              </a:rPr>
              <a:t>6</a:t>
            </a:r>
            <a:r>
              <a:rPr lang="zh-CN" altLang="en-US" sz="1200" b="1" dirty="0">
                <a:solidFill>
                  <a:srgbClr val="000000"/>
                </a:solidFill>
                <a:latin typeface="微软雅黑" panose="020B0503020204020204" pitchFamily="34" charset="-122"/>
                <a:ea typeface="微软雅黑" panose="020B0503020204020204" pitchFamily="34" charset="-122"/>
              </a:rPr>
              <a:t>号海泰绿色产业基地</a:t>
            </a:r>
            <a:r>
              <a:rPr lang="en-US" altLang="zh-CN" sz="1200" b="1" dirty="0">
                <a:solidFill>
                  <a:srgbClr val="000000"/>
                </a:solidFill>
                <a:latin typeface="微软雅黑" panose="020B0503020204020204" pitchFamily="34" charset="-122"/>
                <a:ea typeface="微软雅黑" panose="020B0503020204020204" pitchFamily="34" charset="-122"/>
              </a:rPr>
              <a:t>J</a:t>
            </a:r>
            <a:r>
              <a:rPr lang="zh-CN" altLang="en-US" sz="1200" b="1" dirty="0">
                <a:solidFill>
                  <a:srgbClr val="000000"/>
                </a:solidFill>
                <a:latin typeface="微软雅黑" panose="020B0503020204020204" pitchFamily="34" charset="-122"/>
                <a:ea typeface="微软雅黑" panose="020B0503020204020204" pitchFamily="34" charset="-122"/>
              </a:rPr>
              <a:t>座</a:t>
            </a:r>
            <a:endParaRPr lang="en-US" altLang="zh-CN" sz="1200" b="1" dirty="0">
              <a:solidFill>
                <a:srgbClr val="000000"/>
              </a:solidFill>
              <a:latin typeface="微软雅黑" panose="020B0503020204020204" pitchFamily="34" charset="-122"/>
              <a:ea typeface="微软雅黑" panose="020B0503020204020204" pitchFamily="34" charset="-122"/>
            </a:endParaRPr>
          </a:p>
          <a:p>
            <a:pPr algn="just">
              <a:lnSpc>
                <a:spcPct val="125000"/>
              </a:lnSpc>
              <a:spcBef>
                <a:spcPct val="50000"/>
              </a:spcBef>
              <a:buClr>
                <a:schemeClr val="accent1"/>
              </a:buClr>
            </a:pPr>
            <a:r>
              <a:rPr lang="zh-CN" altLang="en-US" sz="1200" b="1" dirty="0">
                <a:solidFill>
                  <a:srgbClr val="000000"/>
                </a:solidFill>
                <a:latin typeface="微软雅黑" panose="020B0503020204020204" pitchFamily="34" charset="-122"/>
                <a:ea typeface="微软雅黑" panose="020B0503020204020204" pitchFamily="34" charset="-122"/>
              </a:rPr>
              <a:t>电话：</a:t>
            </a:r>
            <a:r>
              <a:rPr lang="zh-CN" altLang="zh-CN" sz="1200" b="1" dirty="0">
                <a:solidFill>
                  <a:srgbClr val="000000"/>
                </a:solidFill>
                <a:latin typeface="微软雅黑" panose="020B0503020204020204" pitchFamily="34" charset="-122"/>
                <a:ea typeface="微软雅黑" panose="020B0503020204020204" pitchFamily="34" charset="-122"/>
              </a:rPr>
              <a:t>022-58815</a:t>
            </a:r>
            <a:r>
              <a:rPr lang="en-US" altLang="zh-CN" sz="1200" b="1" dirty="0">
                <a:solidFill>
                  <a:srgbClr val="000000"/>
                </a:solidFill>
                <a:latin typeface="微软雅黑" panose="020B0503020204020204" pitchFamily="34" charset="-122"/>
                <a:ea typeface="微软雅黑" panose="020B0503020204020204" pitchFamily="34" charset="-122"/>
              </a:rPr>
              <a:t>678                   </a:t>
            </a:r>
            <a:r>
              <a:rPr lang="zh-CN" altLang="en-US" sz="1200" b="1" dirty="0">
                <a:solidFill>
                  <a:srgbClr val="000000"/>
                </a:solidFill>
                <a:latin typeface="微软雅黑" panose="020B0503020204020204" pitchFamily="34" charset="-122"/>
                <a:ea typeface="微软雅黑" panose="020B0503020204020204" pitchFamily="34" charset="-122"/>
              </a:rPr>
              <a:t>传真：</a:t>
            </a:r>
            <a:r>
              <a:rPr lang="zh-CN" altLang="zh-CN" sz="1200" b="1" dirty="0">
                <a:solidFill>
                  <a:srgbClr val="000000"/>
                </a:solidFill>
                <a:latin typeface="微软雅黑" panose="020B0503020204020204" pitchFamily="34" charset="-122"/>
                <a:ea typeface="微软雅黑" panose="020B0503020204020204" pitchFamily="34" charset="-122"/>
              </a:rPr>
              <a:t>022-58815</a:t>
            </a:r>
            <a:r>
              <a:rPr lang="en-US" altLang="zh-CN" sz="1200" b="1" dirty="0">
                <a:solidFill>
                  <a:srgbClr val="000000"/>
                </a:solidFill>
                <a:latin typeface="微软雅黑" panose="020B0503020204020204" pitchFamily="34" charset="-122"/>
                <a:ea typeface="微软雅黑" panose="020B0503020204020204" pitchFamily="34" charset="-122"/>
              </a:rPr>
              <a:t>679</a:t>
            </a:r>
            <a:endParaRPr lang="en-US" altLang="zh-CN" sz="1200" b="1" dirty="0">
              <a:solidFill>
                <a:srgbClr val="000000"/>
              </a:solidFill>
              <a:latin typeface="微软雅黑" panose="020B0503020204020204" pitchFamily="34" charset="-122"/>
              <a:ea typeface="微软雅黑" panose="020B0503020204020204" pitchFamily="34" charset="-122"/>
            </a:endParaRPr>
          </a:p>
          <a:p>
            <a:pPr algn="just">
              <a:lnSpc>
                <a:spcPct val="125000"/>
              </a:lnSpc>
              <a:spcBef>
                <a:spcPct val="50000"/>
              </a:spcBef>
              <a:buClr>
                <a:schemeClr val="accent1"/>
              </a:buClr>
            </a:pPr>
            <a:r>
              <a:rPr lang="zh-CN" altLang="en-US" sz="1200" b="1" dirty="0">
                <a:solidFill>
                  <a:srgbClr val="000000"/>
                </a:solidFill>
                <a:latin typeface="微软雅黑" panose="020B0503020204020204" pitchFamily="34" charset="-122"/>
                <a:ea typeface="微软雅黑" panose="020B0503020204020204" pitchFamily="34" charset="-122"/>
              </a:rPr>
              <a:t>北京：北京市朝阳区太阳宫路</a:t>
            </a:r>
            <a:r>
              <a:rPr lang="en-US" altLang="zh-CN" sz="1200" b="1" dirty="0">
                <a:solidFill>
                  <a:srgbClr val="000000"/>
                </a:solidFill>
                <a:latin typeface="微软雅黑" panose="020B0503020204020204" pitchFamily="34" charset="-122"/>
                <a:ea typeface="微软雅黑" panose="020B0503020204020204" pitchFamily="34" charset="-122"/>
              </a:rPr>
              <a:t>12</a:t>
            </a:r>
            <a:r>
              <a:rPr lang="zh-CN" altLang="en-US" sz="1200" b="1" dirty="0">
                <a:solidFill>
                  <a:srgbClr val="000000"/>
                </a:solidFill>
                <a:latin typeface="微软雅黑" panose="020B0503020204020204" pitchFamily="34" charset="-122"/>
                <a:ea typeface="微软雅黑" panose="020B0503020204020204" pitchFamily="34" charset="-122"/>
              </a:rPr>
              <a:t>号太阳宫大厦</a:t>
            </a:r>
            <a:r>
              <a:rPr lang="en-US" altLang="zh-CN" sz="1200" b="1" dirty="0">
                <a:solidFill>
                  <a:srgbClr val="000000"/>
                </a:solidFill>
                <a:latin typeface="微软雅黑" panose="020B0503020204020204" pitchFamily="34" charset="-122"/>
                <a:ea typeface="微软雅黑" panose="020B0503020204020204" pitchFamily="34" charset="-122"/>
              </a:rPr>
              <a:t>10</a:t>
            </a:r>
            <a:r>
              <a:rPr lang="zh-CN" altLang="en-US" sz="1200" b="1" dirty="0">
                <a:solidFill>
                  <a:srgbClr val="000000"/>
                </a:solidFill>
                <a:latin typeface="微软雅黑" panose="020B0503020204020204" pitchFamily="34" charset="-122"/>
                <a:ea typeface="微软雅黑" panose="020B0503020204020204" pitchFamily="34" charset="-122"/>
              </a:rPr>
              <a:t>层</a:t>
            </a:r>
            <a:r>
              <a:rPr lang="en-US" altLang="zh-CN" sz="1200" b="1" dirty="0">
                <a:solidFill>
                  <a:srgbClr val="000000"/>
                </a:solidFill>
                <a:latin typeface="微软雅黑" panose="020B0503020204020204" pitchFamily="34" charset="-122"/>
                <a:ea typeface="微软雅黑" panose="020B0503020204020204" pitchFamily="34" charset="-122"/>
              </a:rPr>
              <a:t>1008</a:t>
            </a:r>
            <a:r>
              <a:rPr lang="zh-CN" altLang="en-US" sz="1200" b="1" dirty="0">
                <a:solidFill>
                  <a:srgbClr val="000000"/>
                </a:solidFill>
                <a:latin typeface="微软雅黑" panose="020B0503020204020204" pitchFamily="34" charset="-122"/>
                <a:ea typeface="微软雅黑" panose="020B0503020204020204" pitchFamily="34" charset="-122"/>
              </a:rPr>
              <a:t>室</a:t>
            </a:r>
            <a:endParaRPr lang="zh-CN" altLang="en-US" sz="1200" b="1" dirty="0">
              <a:solidFill>
                <a:srgbClr val="000000"/>
              </a:solidFill>
              <a:latin typeface="微软雅黑" panose="020B0503020204020204" pitchFamily="34" charset="-122"/>
              <a:ea typeface="微软雅黑" panose="020B0503020204020204" pitchFamily="34" charset="-122"/>
            </a:endParaRPr>
          </a:p>
          <a:p>
            <a:pPr algn="just">
              <a:lnSpc>
                <a:spcPct val="125000"/>
              </a:lnSpc>
              <a:spcBef>
                <a:spcPct val="50000"/>
              </a:spcBef>
              <a:buClr>
                <a:schemeClr val="accent1"/>
              </a:buClr>
            </a:pPr>
            <a:r>
              <a:rPr lang="zh-CN" altLang="en-US" sz="1200" b="1" dirty="0">
                <a:solidFill>
                  <a:srgbClr val="000000"/>
                </a:solidFill>
                <a:latin typeface="微软雅黑" panose="020B0503020204020204" pitchFamily="34" charset="-122"/>
                <a:ea typeface="微软雅黑" panose="020B0503020204020204" pitchFamily="34" charset="-122"/>
              </a:rPr>
              <a:t>电话：</a:t>
            </a:r>
            <a:r>
              <a:rPr lang="zh-CN" altLang="zh-CN" sz="1200" b="1" dirty="0">
                <a:solidFill>
                  <a:srgbClr val="000000"/>
                </a:solidFill>
                <a:latin typeface="微软雅黑" panose="020B0503020204020204" pitchFamily="34" charset="-122"/>
                <a:ea typeface="微软雅黑" panose="020B0503020204020204" pitchFamily="34" charset="-122"/>
              </a:rPr>
              <a:t>010-88866866</a:t>
            </a:r>
            <a:r>
              <a:rPr lang="en-US" altLang="zh-CN" sz="1200" b="1" dirty="0">
                <a:solidFill>
                  <a:srgbClr val="000000"/>
                </a:solidFill>
                <a:latin typeface="微软雅黑" panose="020B0503020204020204" pitchFamily="34" charset="-122"/>
                <a:ea typeface="微软雅黑" panose="020B0503020204020204" pitchFamily="34" charset="-122"/>
              </a:rPr>
              <a:t>                   </a:t>
            </a:r>
            <a:r>
              <a:rPr lang="zh-CN" altLang="en-US" sz="1200" b="1" dirty="0">
                <a:solidFill>
                  <a:srgbClr val="000000"/>
                </a:solidFill>
                <a:latin typeface="微软雅黑" panose="020B0503020204020204" pitchFamily="34" charset="-122"/>
                <a:ea typeface="微软雅黑" panose="020B0503020204020204" pitchFamily="34" charset="-122"/>
              </a:rPr>
              <a:t>传真：</a:t>
            </a:r>
            <a:r>
              <a:rPr lang="zh-CN" altLang="zh-CN" sz="1200" b="1" dirty="0">
                <a:solidFill>
                  <a:srgbClr val="000000"/>
                </a:solidFill>
                <a:latin typeface="微软雅黑" panose="020B0503020204020204" pitchFamily="34" charset="-122"/>
                <a:ea typeface="微软雅黑" panose="020B0503020204020204" pitchFamily="34" charset="-122"/>
              </a:rPr>
              <a:t>010-88864556</a:t>
            </a:r>
            <a:endParaRPr lang="en-US" altLang="zh-CN" sz="1200" b="1" dirty="0">
              <a:solidFill>
                <a:srgbClr val="000000"/>
              </a:solidFill>
              <a:latin typeface="微软雅黑" panose="020B0503020204020204" pitchFamily="34" charset="-122"/>
              <a:ea typeface="微软雅黑" panose="020B0503020204020204" pitchFamily="34" charset="-122"/>
            </a:endParaRPr>
          </a:p>
          <a:p>
            <a:pPr algn="just">
              <a:lnSpc>
                <a:spcPct val="125000"/>
              </a:lnSpc>
              <a:spcBef>
                <a:spcPct val="50000"/>
              </a:spcBef>
              <a:buClr>
                <a:schemeClr val="accent1"/>
              </a:buClr>
            </a:pPr>
            <a:r>
              <a:rPr lang="zh-CN" altLang="en-US" sz="1200" b="1" dirty="0">
                <a:solidFill>
                  <a:srgbClr val="000000"/>
                </a:solidFill>
                <a:latin typeface="微软雅黑" panose="020B0503020204020204" pitchFamily="34" charset="-122"/>
                <a:ea typeface="微软雅黑" panose="020B0503020204020204" pitchFamily="34" charset="-122"/>
              </a:rPr>
              <a:t>网址：</a:t>
            </a:r>
            <a:r>
              <a:rPr lang="en-US" altLang="zh-CN" sz="1200" b="1" dirty="0">
                <a:solidFill>
                  <a:srgbClr val="000000"/>
                </a:solidFill>
                <a:latin typeface="微软雅黑" panose="020B0503020204020204" pitchFamily="34" charset="-122"/>
                <a:ea typeface="微软雅黑" panose="020B0503020204020204" pitchFamily="34" charset="-122"/>
              </a:rPr>
              <a:t>http://www.gbase.cn        E-mail</a:t>
            </a:r>
            <a:r>
              <a:rPr lang="zh-CN" altLang="en-US" sz="1200" b="1" dirty="0">
                <a:solidFill>
                  <a:srgbClr val="000000"/>
                </a:solidFill>
                <a:latin typeface="微软雅黑" panose="020B0503020204020204" pitchFamily="34" charset="-122"/>
                <a:ea typeface="微软雅黑" panose="020B0503020204020204" pitchFamily="34" charset="-122"/>
              </a:rPr>
              <a:t>：</a:t>
            </a:r>
            <a:r>
              <a:rPr lang="en-US" altLang="zh-CN" sz="1200" b="1" dirty="0">
                <a:solidFill>
                  <a:srgbClr val="000000"/>
                </a:solidFill>
                <a:latin typeface="微软雅黑" panose="020B0503020204020204" pitchFamily="34" charset="-122"/>
                <a:ea typeface="微软雅黑" panose="020B0503020204020204" pitchFamily="34" charset="-122"/>
              </a:rPr>
              <a:t>info@gbase.cn </a:t>
            </a:r>
            <a:endParaRPr lang="en-US" altLang="zh-CN" sz="1200" b="1" dirty="0">
              <a:solidFill>
                <a:srgbClr val="000000"/>
              </a:solidFill>
              <a:latin typeface="微软雅黑" panose="020B0503020204020204" pitchFamily="34" charset="-122"/>
              <a:ea typeface="微软雅黑" panose="020B0503020204020204" pitchFamily="34" charset="-122"/>
            </a:endParaRPr>
          </a:p>
          <a:p>
            <a:pPr algn="just">
              <a:lnSpc>
                <a:spcPct val="125000"/>
              </a:lnSpc>
              <a:spcBef>
                <a:spcPct val="50000"/>
              </a:spcBef>
              <a:buClr>
                <a:schemeClr val="accent1"/>
              </a:buClr>
            </a:pPr>
            <a:r>
              <a:rPr lang="zh-CN" altLang="en-US" sz="1200" b="1" dirty="0">
                <a:solidFill>
                  <a:srgbClr val="000000"/>
                </a:solidFill>
                <a:latin typeface="微软雅黑" panose="020B0503020204020204" pitchFamily="34" charset="-122"/>
                <a:ea typeface="微软雅黑" panose="020B0503020204020204" pitchFamily="34" charset="-122"/>
              </a:rPr>
              <a:t>技术支持热线：</a:t>
            </a:r>
            <a:r>
              <a:rPr lang="en-US" altLang="zh-CN" sz="1200" b="1" dirty="0">
                <a:solidFill>
                  <a:srgbClr val="000000"/>
                </a:solidFill>
                <a:latin typeface="微软雅黑" panose="020B0503020204020204" pitchFamily="34" charset="-122"/>
                <a:ea typeface="微软雅黑" panose="020B0503020204020204" pitchFamily="34" charset="-122"/>
              </a:rPr>
              <a:t>400-013-9696</a:t>
            </a:r>
            <a:endParaRPr lang="zh-CN" altLang="zh-CN" sz="1200" b="1" dirty="0">
              <a:solidFill>
                <a:srgbClr val="000000"/>
              </a:solidFill>
              <a:latin typeface="微软雅黑" panose="020B0503020204020204" pitchFamily="34" charset="-122"/>
              <a:ea typeface="微软雅黑" panose="020B0503020204020204" pitchFamily="34" charset="-122"/>
            </a:endParaRPr>
          </a:p>
          <a:p>
            <a:pPr algn="just">
              <a:lnSpc>
                <a:spcPct val="125000"/>
              </a:lnSpc>
              <a:spcBef>
                <a:spcPct val="50000"/>
              </a:spcBef>
              <a:buClr>
                <a:schemeClr val="accent1"/>
              </a:buClr>
            </a:pPr>
            <a:endParaRPr lang="zh-CN" altLang="zh-CN" dirty="0">
              <a:solidFill>
                <a:srgbClr val="000066"/>
              </a:solidFill>
            </a:endParaRPr>
          </a:p>
        </p:txBody>
      </p:sp>
      <p:pic>
        <p:nvPicPr>
          <p:cNvPr id="15" name="Picture 25" descr="Red Bar"/>
          <p:cNvPicPr>
            <a:picLocks noChangeAspect="1" noChangeArrowheads="1"/>
          </p:cNvPicPr>
          <p:nvPr userDrawn="1"/>
        </p:nvPicPr>
        <p:blipFill>
          <a:blip r:embed="rId2" cstate="print"/>
          <a:srcRect/>
          <a:stretch>
            <a:fillRect/>
          </a:stretch>
        </p:blipFill>
        <p:spPr bwMode="auto">
          <a:xfrm>
            <a:off x="0" y="2973388"/>
            <a:ext cx="669925" cy="376237"/>
          </a:xfrm>
          <a:prstGeom prst="rect">
            <a:avLst/>
          </a:prstGeom>
          <a:noFill/>
          <a:ln w="9525">
            <a:noFill/>
            <a:miter lim="800000"/>
            <a:headEnd/>
            <a:tailEnd/>
          </a:ln>
        </p:spPr>
      </p:pic>
      <p:pic>
        <p:nvPicPr>
          <p:cNvPr id="16" name="图片 14" descr="最终版.jpg"/>
          <p:cNvPicPr>
            <a:picLocks noChangeAspect="1"/>
          </p:cNvPicPr>
          <p:nvPr userDrawn="1"/>
        </p:nvPicPr>
        <p:blipFill>
          <a:blip r:embed="rId3" cstate="print"/>
          <a:srcRect/>
          <a:stretch>
            <a:fillRect/>
          </a:stretch>
        </p:blipFill>
        <p:spPr bwMode="auto">
          <a:xfrm>
            <a:off x="720725" y="3022600"/>
            <a:ext cx="1616075" cy="309563"/>
          </a:xfrm>
          <a:prstGeom prst="rect">
            <a:avLst/>
          </a:prstGeom>
          <a:noFill/>
          <a:ln w="9525">
            <a:noFill/>
            <a:miter lim="800000"/>
            <a:headEnd/>
            <a:tailEnd/>
          </a:ln>
        </p:spPr>
      </p:pic>
      <p:pic>
        <p:nvPicPr>
          <p:cNvPr id="7" name="Picture 2" descr="C:\Users\yangsen\Desktop\尾页\图片1.png"/>
          <p:cNvPicPr>
            <a:picLocks noChangeAspect="1"/>
          </p:cNvPicPr>
          <p:nvPr userDrawn="1"/>
        </p:nvPicPr>
        <p:blipFill>
          <a:blip r:embed="rId4"/>
          <a:stretch>
            <a:fillRect/>
          </a:stretch>
        </p:blipFill>
        <p:spPr>
          <a:xfrm>
            <a:off x="2201863" y="188913"/>
            <a:ext cx="4740275" cy="1012825"/>
          </a:xfrm>
          <a:prstGeom prst="rect">
            <a:avLst/>
          </a:prstGeom>
          <a:noFill/>
          <a:ln w="9525">
            <a:noFill/>
          </a:ln>
        </p:spPr>
      </p:pic>
    </p:spTree>
  </p:cSld>
  <p:clrMapOvr>
    <a:masterClrMapping/>
  </p:clrMapOvr>
  <p:transition>
    <p:wipe dir="r"/>
  </p:transition>
  <p:hf hdr="0" ftr="0" dt="0"/>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slideLayouts/slideLayout12.xml" Type="http://schemas.openxmlformats.org/officeDocument/2006/relationships/slideLayout"/><Relationship Id="rId13" Target="../slideLayouts/slideLayout13.xml" Type="http://schemas.openxmlformats.org/officeDocument/2006/relationships/slideLayout"/><Relationship Id="rId14" Target="../slideLayouts/slideLayout14.xml" Type="http://schemas.openxmlformats.org/officeDocument/2006/relationships/slideLayout"/><Relationship Id="rId15" Target="../media/image9.png" Type="http://schemas.openxmlformats.org/officeDocument/2006/relationships/image"/><Relationship Id="rId16" Target="../media/image6.jpeg" Type="http://schemas.openxmlformats.org/officeDocument/2006/relationships/image"/><Relationship Id="rId17" Target="../media/image10.png" Type="http://schemas.openxmlformats.org/officeDocument/2006/relationships/image"/><Relationship Id="rId18"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7"/>
          <p:cNvSpPr>
            <a:spLocks noGrp="1" noChangeArrowheads="1"/>
          </p:cNvSpPr>
          <p:nvPr>
            <p:ph type="body" idx="1"/>
          </p:nvPr>
        </p:nvSpPr>
        <p:spPr bwMode="auto">
          <a:xfrm>
            <a:off x="685800" y="1600200"/>
            <a:ext cx="7537450" cy="4343400"/>
          </a:xfrm>
          <a:prstGeom prst="rect">
            <a:avLst/>
          </a:prstGeom>
          <a:noFill/>
          <a:ln w="9525">
            <a:noFill/>
            <a:miter lim="800000"/>
          </a:ln>
        </p:spPr>
        <p:txBody>
          <a:bodyPr vert="horz" wrap="square" lIns="0" tIns="0" rIns="0" bIns="0" numCol="1" anchor="t" anchorCtr="0" compatLnSpc="1"/>
          <a:lstStyle/>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28" name="Rectangle 8"/>
          <p:cNvSpPr>
            <a:spLocks noGrp="1" noChangeArrowheads="1"/>
          </p:cNvSpPr>
          <p:nvPr>
            <p:ph type="title"/>
          </p:nvPr>
        </p:nvSpPr>
        <p:spPr bwMode="auto">
          <a:xfrm>
            <a:off x="677333" y="304800"/>
            <a:ext cx="7793567" cy="482600"/>
          </a:xfrm>
          <a:prstGeom prst="rect">
            <a:avLst/>
          </a:prstGeom>
          <a:noFill/>
          <a:ln w="9525">
            <a:noFill/>
            <a:miter lim="800000"/>
          </a:ln>
        </p:spPr>
        <p:txBody>
          <a:bodyPr vert="horz" wrap="square" lIns="0" tIns="0" rIns="0" bIns="0" numCol="1" anchor="t" anchorCtr="0" compatLnSpc="1"/>
          <a:lstStyle/>
          <a:p>
            <a:pPr lvl="0"/>
            <a:r>
              <a:rPr lang="en-US" altLang="zh-CN" dirty="0"/>
              <a:t>Click to edit Master title style</a:t>
            </a:r>
            <a:endParaRPr lang="en-US" altLang="zh-CN" dirty="0"/>
          </a:p>
        </p:txBody>
      </p:sp>
      <p:sp>
        <p:nvSpPr>
          <p:cNvPr id="1033" name="Rectangle 9"/>
          <p:cNvSpPr>
            <a:spLocks noChangeArrowheads="1"/>
          </p:cNvSpPr>
          <p:nvPr/>
        </p:nvSpPr>
        <p:spPr bwMode="auto">
          <a:xfrm>
            <a:off x="0" y="6172200"/>
            <a:ext cx="9144000" cy="304800"/>
          </a:xfrm>
          <a:prstGeom prst="rect">
            <a:avLst/>
          </a:prstGeom>
          <a:noFill/>
          <a:ln w="9525">
            <a:noFill/>
            <a:miter lim="800000"/>
            <a:headEnd type="none" w="sm" len="sm"/>
            <a:tailEnd type="none" w="sm" len="sm"/>
          </a:ln>
          <a:effectLst/>
        </p:spPr>
        <p:txBody>
          <a:bodyPr wrap="none" anchor="ctr"/>
          <a:lstStyle/>
          <a:p>
            <a:pPr>
              <a:defRPr/>
            </a:pPr>
            <a:endParaRPr kumimoji="1" lang="zh-CN" altLang="en-US" sz="2400">
              <a:solidFill>
                <a:srgbClr val="000000"/>
              </a:solidFill>
              <a:latin typeface="Verdana" panose="020B0604030504040204" pitchFamily="34" charset="0"/>
              <a:ea typeface="宋体" panose="02010600030101010101" pitchFamily="2" charset="-122"/>
            </a:endParaRPr>
          </a:p>
        </p:txBody>
      </p:sp>
      <p:pic>
        <p:nvPicPr>
          <p:cNvPr id="1030" name="图片 9" descr="gbase标-bai.png"/>
          <p:cNvPicPr>
            <a:picLocks noChangeAspect="1"/>
          </p:cNvPicPr>
          <p:nvPr/>
        </p:nvPicPr>
        <p:blipFill>
          <a:blip r:embed="rId15" cstate="print"/>
          <a:srcRect/>
          <a:stretch>
            <a:fillRect/>
          </a:stretch>
        </p:blipFill>
        <p:spPr bwMode="auto">
          <a:xfrm>
            <a:off x="7805738" y="6194425"/>
            <a:ext cx="746125" cy="184150"/>
          </a:xfrm>
          <a:prstGeom prst="rect">
            <a:avLst/>
          </a:prstGeom>
          <a:noFill/>
          <a:ln w="9525">
            <a:noFill/>
            <a:miter lim="800000"/>
            <a:headEnd/>
            <a:tailEnd/>
          </a:ln>
        </p:spPr>
      </p:pic>
      <p:sp>
        <p:nvSpPr>
          <p:cNvPr id="10" name="灯片编号占位符 9"/>
          <p:cNvSpPr>
            <a:spLocks noGrp="1"/>
          </p:cNvSpPr>
          <p:nvPr>
            <p:ph type="sldNum" sz="quarter" idx="4"/>
          </p:nvPr>
        </p:nvSpPr>
        <p:spPr>
          <a:xfrm>
            <a:off x="0" y="6457950"/>
            <a:ext cx="9144000" cy="365125"/>
          </a:xfrm>
          <a:prstGeom prst="rect">
            <a:avLst/>
          </a:prstGeom>
        </p:spPr>
        <p:txBody>
          <a:bodyPr vert="horz" wrap="square" lIns="91440" tIns="45720" rIns="91440" bIns="45720" numCol="1" anchor="ctr" anchorCtr="0" compatLnSpc="1"/>
          <a:lstStyle>
            <a:lvl1pPr algn="r">
              <a:defRPr sz="1200" b="0">
                <a:solidFill>
                  <a:schemeClr val="bg1">
                    <a:lumMod val="50000"/>
                  </a:schemeClr>
                </a:solidFill>
                <a:latin typeface="+mn-lt"/>
                <a:ea typeface="宋体" panose="02010600030101010101" pitchFamily="2" charset="-122"/>
              </a:defRPr>
            </a:lvl1pPr>
          </a:lstStyle>
          <a:p>
            <a:fld id="{84CFB1C9-13D2-4FCA-8E43-5D048D3AC9EF}" type="slidenum">
              <a:rPr kumimoji="1" lang="zh-CN" altLang="en-US" smtClean="0"/>
            </a:fld>
            <a:endParaRPr kumimoji="1" lang="zh-CN" altLang="en-US" dirty="0"/>
          </a:p>
        </p:txBody>
      </p:sp>
      <p:cxnSp>
        <p:nvCxnSpPr>
          <p:cNvPr id="17" name="直接连接符 16"/>
          <p:cNvCxnSpPr/>
          <p:nvPr/>
        </p:nvCxnSpPr>
        <p:spPr bwMode="auto">
          <a:xfrm>
            <a:off x="0" y="798513"/>
            <a:ext cx="9144000" cy="1587"/>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11" name="Picture 25" descr="Red Bar"/>
          <p:cNvPicPr>
            <a:picLocks noChangeAspect="1" noChangeArrowheads="1"/>
          </p:cNvPicPr>
          <p:nvPr/>
        </p:nvPicPr>
        <p:blipFill>
          <a:blip r:embed="rId16" cstate="print"/>
          <a:srcRect/>
          <a:stretch>
            <a:fillRect/>
          </a:stretch>
        </p:blipFill>
        <p:spPr bwMode="auto">
          <a:xfrm>
            <a:off x="0" y="6172200"/>
            <a:ext cx="9144000" cy="225425"/>
          </a:xfrm>
          <a:prstGeom prst="rect">
            <a:avLst/>
          </a:prstGeom>
          <a:noFill/>
          <a:ln w="9525">
            <a:noFill/>
            <a:miter lim="800000"/>
            <a:headEnd/>
            <a:tailEnd/>
          </a:ln>
        </p:spPr>
      </p:pic>
      <p:pic>
        <p:nvPicPr>
          <p:cNvPr id="12" name="图片 8" descr="白.png"/>
          <p:cNvPicPr>
            <a:picLocks noChangeAspect="1"/>
          </p:cNvPicPr>
          <p:nvPr/>
        </p:nvPicPr>
        <p:blipFill>
          <a:blip r:embed="rId17" cstate="print"/>
          <a:srcRect/>
          <a:stretch>
            <a:fillRect/>
          </a:stretch>
        </p:blipFill>
        <p:spPr bwMode="auto">
          <a:xfrm>
            <a:off x="7791450" y="6210300"/>
            <a:ext cx="895350" cy="147638"/>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ransition>
    <p:wipe dir="r"/>
  </p:transition>
  <p:hf hdr="0" ftr="0" dt="0"/>
  <p:txStyles>
    <p:titleStyle>
      <a:lvl1pPr algn="l" rtl="0" eaLnBrk="0" fontAlgn="base" hangingPunct="0">
        <a:spcBef>
          <a:spcPct val="0"/>
        </a:spcBef>
        <a:spcAft>
          <a:spcPct val="0"/>
        </a:spcAft>
        <a:defRPr sz="2800" b="1">
          <a:solidFill>
            <a:schemeClr val="tx1"/>
          </a:solidFill>
          <a:latin typeface="微软雅黑" panose="020B0503020204020204" pitchFamily="34" charset="-122"/>
          <a:ea typeface="微软雅黑" panose="020B0503020204020204" pitchFamily="34" charset="-122"/>
          <a:cs typeface="+mj-cs"/>
        </a:defRPr>
      </a:lvl1pPr>
      <a:lvl2pPr algn="l" rtl="0" eaLnBrk="0" fontAlgn="base" hangingPunct="0">
        <a:spcBef>
          <a:spcPct val="0"/>
        </a:spcBef>
        <a:spcAft>
          <a:spcPct val="0"/>
        </a:spcAft>
        <a:defRPr sz="3200" b="1">
          <a:solidFill>
            <a:schemeClr val="tx1"/>
          </a:solidFill>
          <a:latin typeface="Arial" panose="020B0604020202020204" pitchFamily="34" charset="0"/>
        </a:defRPr>
      </a:lvl2pPr>
      <a:lvl3pPr algn="l" rtl="0" eaLnBrk="0" fontAlgn="base" hangingPunct="0">
        <a:spcBef>
          <a:spcPct val="0"/>
        </a:spcBef>
        <a:spcAft>
          <a:spcPct val="0"/>
        </a:spcAft>
        <a:defRPr sz="3200" b="1">
          <a:solidFill>
            <a:schemeClr val="tx1"/>
          </a:solidFill>
          <a:latin typeface="Arial" panose="020B0604020202020204" pitchFamily="34" charset="0"/>
        </a:defRPr>
      </a:lvl3pPr>
      <a:lvl4pPr algn="l" rtl="0" eaLnBrk="0" fontAlgn="base" hangingPunct="0">
        <a:spcBef>
          <a:spcPct val="0"/>
        </a:spcBef>
        <a:spcAft>
          <a:spcPct val="0"/>
        </a:spcAft>
        <a:defRPr sz="3200" b="1">
          <a:solidFill>
            <a:schemeClr val="tx1"/>
          </a:solidFill>
          <a:latin typeface="Arial" panose="020B0604020202020204" pitchFamily="34" charset="0"/>
        </a:defRPr>
      </a:lvl4pPr>
      <a:lvl5pPr algn="l" rtl="0" eaLnBrk="0" fontAlgn="base" hangingPunct="0">
        <a:spcBef>
          <a:spcPct val="0"/>
        </a:spcBef>
        <a:spcAft>
          <a:spcPct val="0"/>
        </a:spcAft>
        <a:defRPr sz="3200" b="1">
          <a:solidFill>
            <a:schemeClr val="tx1"/>
          </a:solidFill>
          <a:latin typeface="Arial" panose="020B0604020202020204" pitchFamily="34" charset="0"/>
        </a:defRPr>
      </a:lvl5pPr>
      <a:lvl6pPr marL="457200" algn="l" rtl="0" fontAlgn="base">
        <a:spcBef>
          <a:spcPct val="0"/>
        </a:spcBef>
        <a:spcAft>
          <a:spcPct val="0"/>
        </a:spcAft>
        <a:defRPr sz="3200" b="1">
          <a:solidFill>
            <a:schemeClr val="tx1"/>
          </a:solidFill>
          <a:latin typeface="Arial" panose="020B0604020202020204" pitchFamily="34" charset="0"/>
        </a:defRPr>
      </a:lvl6pPr>
      <a:lvl7pPr marL="914400" algn="l" rtl="0" fontAlgn="base">
        <a:spcBef>
          <a:spcPct val="0"/>
        </a:spcBef>
        <a:spcAft>
          <a:spcPct val="0"/>
        </a:spcAft>
        <a:defRPr sz="3200" b="1">
          <a:solidFill>
            <a:schemeClr val="tx1"/>
          </a:solidFill>
          <a:latin typeface="Arial" panose="020B0604020202020204" pitchFamily="34" charset="0"/>
        </a:defRPr>
      </a:lvl7pPr>
      <a:lvl8pPr marL="1371600" algn="l" rtl="0" fontAlgn="base">
        <a:spcBef>
          <a:spcPct val="0"/>
        </a:spcBef>
        <a:spcAft>
          <a:spcPct val="0"/>
        </a:spcAft>
        <a:defRPr sz="3200" b="1">
          <a:solidFill>
            <a:schemeClr val="tx1"/>
          </a:solidFill>
          <a:latin typeface="Arial" panose="020B0604020202020204" pitchFamily="34" charset="0"/>
        </a:defRPr>
      </a:lvl8pPr>
      <a:lvl9pPr marL="1828800" algn="l" rtl="0" fontAlgn="base">
        <a:spcBef>
          <a:spcPct val="0"/>
        </a:spcBef>
        <a:spcAft>
          <a:spcPct val="0"/>
        </a:spcAft>
        <a:defRPr sz="3200" b="1">
          <a:solidFill>
            <a:schemeClr val="tx1"/>
          </a:solidFill>
          <a:latin typeface="Arial" panose="020B0604020202020204" pitchFamily="34" charset="0"/>
        </a:defRPr>
      </a:lvl9pPr>
    </p:titleStyle>
    <p:bodyStyle>
      <a:lvl1pPr marL="227330" indent="-227330" algn="l" rtl="0" eaLnBrk="0" fontAlgn="base" hangingPunct="0">
        <a:spcBef>
          <a:spcPct val="20000"/>
        </a:spcBef>
        <a:spcAft>
          <a:spcPct val="0"/>
        </a:spcAft>
        <a:buClr>
          <a:schemeClr val="accent1"/>
        </a:buClr>
        <a:buChar char="•"/>
        <a:defRPr sz="2000">
          <a:solidFill>
            <a:schemeClr val="tx1"/>
          </a:solidFill>
          <a:latin typeface="微软雅黑" panose="020B0503020204020204" pitchFamily="34" charset="-122"/>
          <a:ea typeface="微软雅黑" panose="020B0503020204020204" pitchFamily="34" charset="-122"/>
          <a:cs typeface="+mn-cs"/>
        </a:defRPr>
      </a:lvl1pPr>
      <a:lvl2pPr marL="570230" indent="-228600" algn="l" rtl="0" eaLnBrk="0" fontAlgn="base" hangingPunct="0">
        <a:spcBef>
          <a:spcPct val="20000"/>
        </a:spcBef>
        <a:spcAft>
          <a:spcPct val="0"/>
        </a:spcAft>
        <a:buClr>
          <a:schemeClr val="accent1"/>
        </a:buClr>
        <a:buChar char="•"/>
        <a:defRPr sz="1600">
          <a:solidFill>
            <a:schemeClr val="tx1"/>
          </a:solidFill>
          <a:latin typeface="微软雅黑" panose="020B0503020204020204" pitchFamily="34" charset="-122"/>
          <a:ea typeface="微软雅黑" panose="020B0503020204020204" pitchFamily="34" charset="-122"/>
        </a:defRPr>
      </a:lvl2pPr>
      <a:lvl3pPr marL="914400" indent="-230505" algn="l" rtl="0" eaLnBrk="0" fontAlgn="base" hangingPunct="0">
        <a:spcBef>
          <a:spcPct val="20000"/>
        </a:spcBef>
        <a:spcAft>
          <a:spcPct val="0"/>
        </a:spcAft>
        <a:buClr>
          <a:schemeClr val="accent1"/>
        </a:buClr>
        <a:buChar char="•"/>
        <a:defRPr sz="1600">
          <a:solidFill>
            <a:schemeClr val="tx1"/>
          </a:solidFill>
          <a:latin typeface="微软雅黑" panose="020B0503020204020204" pitchFamily="34" charset="-122"/>
          <a:ea typeface="微软雅黑" panose="020B0503020204020204" pitchFamily="34" charset="-122"/>
        </a:defRPr>
      </a:lvl3pPr>
      <a:lvl4pPr marL="1259205" indent="-230505" algn="l" rtl="0" eaLnBrk="0" fontAlgn="base" hangingPunct="0">
        <a:spcBef>
          <a:spcPct val="20000"/>
        </a:spcBef>
        <a:spcAft>
          <a:spcPct val="0"/>
        </a:spcAft>
        <a:buClr>
          <a:schemeClr val="accent1"/>
        </a:buClr>
        <a:buChar char="•"/>
        <a:defRPr sz="1600">
          <a:solidFill>
            <a:schemeClr val="tx1"/>
          </a:solidFill>
          <a:latin typeface="微软雅黑" panose="020B0503020204020204" pitchFamily="34" charset="-122"/>
          <a:ea typeface="微软雅黑" panose="020B0503020204020204" pitchFamily="34" charset="-122"/>
        </a:defRPr>
      </a:lvl4pPr>
      <a:lvl5pPr marL="1602105" indent="-228600" algn="l" rtl="0" eaLnBrk="0" fontAlgn="base" hangingPunct="0">
        <a:spcBef>
          <a:spcPct val="20000"/>
        </a:spcBef>
        <a:spcAft>
          <a:spcPct val="0"/>
        </a:spcAft>
        <a:buClr>
          <a:schemeClr val="accent1"/>
        </a:buClr>
        <a:buChar char="•"/>
        <a:defRPr sz="1600">
          <a:solidFill>
            <a:schemeClr val="tx1"/>
          </a:solidFill>
          <a:latin typeface="微软雅黑" panose="020B0503020204020204" pitchFamily="34" charset="-122"/>
          <a:ea typeface="微软雅黑" panose="020B0503020204020204" pitchFamily="34" charset="-122"/>
        </a:defRPr>
      </a:lvl5pPr>
      <a:lvl6pPr marL="2059305" indent="-228600" algn="l" rtl="0" fontAlgn="base">
        <a:spcBef>
          <a:spcPct val="20000"/>
        </a:spcBef>
        <a:spcAft>
          <a:spcPct val="0"/>
        </a:spcAft>
        <a:buClr>
          <a:schemeClr val="accent1"/>
        </a:buClr>
        <a:buChar char="•"/>
        <a:defRPr sz="2000">
          <a:solidFill>
            <a:schemeClr val="tx1"/>
          </a:solidFill>
          <a:latin typeface="+mn-lt"/>
        </a:defRPr>
      </a:lvl6pPr>
      <a:lvl7pPr marL="2516505" indent="-228600" algn="l" rtl="0" fontAlgn="base">
        <a:spcBef>
          <a:spcPct val="20000"/>
        </a:spcBef>
        <a:spcAft>
          <a:spcPct val="0"/>
        </a:spcAft>
        <a:buClr>
          <a:schemeClr val="accent1"/>
        </a:buClr>
        <a:buChar char="•"/>
        <a:defRPr sz="2000">
          <a:solidFill>
            <a:schemeClr val="tx1"/>
          </a:solidFill>
          <a:latin typeface="+mn-lt"/>
        </a:defRPr>
      </a:lvl7pPr>
      <a:lvl8pPr marL="2973705" indent="-228600" algn="l" rtl="0" fontAlgn="base">
        <a:spcBef>
          <a:spcPct val="20000"/>
        </a:spcBef>
        <a:spcAft>
          <a:spcPct val="0"/>
        </a:spcAft>
        <a:buClr>
          <a:schemeClr val="accent1"/>
        </a:buClr>
        <a:buChar char="•"/>
        <a:defRPr sz="2000">
          <a:solidFill>
            <a:schemeClr val="tx1"/>
          </a:solidFill>
          <a:latin typeface="+mn-lt"/>
        </a:defRPr>
      </a:lvl8pPr>
      <a:lvl9pPr marL="3430905" indent="-228600" algn="l" rtl="0" fontAlgn="base">
        <a:spcBef>
          <a:spcPct val="20000"/>
        </a:spcBef>
        <a:spcAft>
          <a:spcPct val="0"/>
        </a:spcAft>
        <a:buClr>
          <a:schemeClr val="accent1"/>
        </a:buClr>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2.xml" Type="http://schemas.openxmlformats.org/officeDocument/2006/relationships/slideLayout"/><Relationship Id="rId2"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0.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0.xml" Type="http://schemas.openxmlformats.org/officeDocument/2006/relationships/slideLayout"/><Relationship Id="rId2" Target="../notesSlides/notesSlide3.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10.xml" Type="http://schemas.openxmlformats.org/officeDocument/2006/relationships/slideLayout"/><Relationship Id="rId2" Target="../notesSlides/notesSlide4.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10.xml" Type="http://schemas.openxmlformats.org/officeDocument/2006/relationships/slideLayout"/><Relationship Id="rId2" Target="../notesSlides/notesSlide5.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10.xml" Type="http://schemas.openxmlformats.org/officeDocument/2006/relationships/slideLayout"/><Relationship Id="rId2" Target="../notesSlides/notesSlide6.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10.xml" Type="http://schemas.openxmlformats.org/officeDocument/2006/relationships/slideLayout"/><Relationship Id="rId2" Target="../notesSlides/notesSlide8.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10.xml" Type="http://schemas.openxmlformats.org/officeDocument/2006/relationships/slideLayout"/><Relationship Id="rId2" Target="../notesSlides/notesSlide9.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10.xml" Type="http://schemas.openxmlformats.org/officeDocument/2006/relationships/slideLayout"/><Relationship Id="rId2" Target="../notesSlides/notesSlide10.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10.xml" Type="http://schemas.openxmlformats.org/officeDocument/2006/relationships/slideLayout"/><Relationship Id="rId2" Target="../notesSlides/notesSlide11.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10.xml" Type="http://schemas.openxmlformats.org/officeDocument/2006/relationships/slideLayout"/><Relationship Id="rId2" Target="../notesSlides/notesSlide12.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10.xml" Type="http://schemas.openxmlformats.org/officeDocument/2006/relationships/slideLayout"/><Relationship Id="rId2" Target="../notesSlides/notesSlide13.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10.xml" Type="http://schemas.openxmlformats.org/officeDocument/2006/relationships/slideLayout"/><Relationship Id="rId2" Target="../notesSlides/notesSlide14.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10.xml" Type="http://schemas.openxmlformats.org/officeDocument/2006/relationships/slideLayout"/><Relationship Id="rId2" Target="../notesSlides/notesSlide15.xml" Type="http://schemas.openxmlformats.org/officeDocument/2006/relationships/notesSlide"/></Relationships>
</file>

<file path=ppt/slides/_rels/slide17.xml.rels><?xml version="1.0" encoding="UTF-8" standalone="yes"?><Relationships xmlns="http://schemas.openxmlformats.org/package/2006/relationships"><Relationship Id="rId1" Target="../slideLayouts/slideLayout10.xml" Type="http://schemas.openxmlformats.org/officeDocument/2006/relationships/slideLayout"/></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s>
</file>

<file path=ppt/slides/_rels/slide19.xml.rels><?xml version="1.0" encoding="UTF-8" standalone="yes"?><Relationships xmlns="http://schemas.openxmlformats.org/package/2006/relationships"><Relationship Id="rId1" Target="../slideLayouts/slideLayout10.xml" Type="http://schemas.openxmlformats.org/officeDocument/2006/relationships/slideLayout"/><Relationship Id="rId2" Target="../notesSlides/notesSlide17.xml" Type="http://schemas.openxmlformats.org/officeDocument/2006/relationships/notesSlide"/></Relationships>
</file>

<file path=ppt/slides/_rels/slide20.xml.rels><?xml version="1.0" encoding="UTF-8" standalone="yes"?><Relationships xmlns="http://schemas.openxmlformats.org/package/2006/relationships"><Relationship Id="rId1" Target="../media/image11.png" Type="http://schemas.openxmlformats.org/officeDocument/2006/relationships/image"/><Relationship Id="rId2" Target="../slideLayouts/slideLayout7.xml" Type="http://schemas.openxmlformats.org/officeDocument/2006/relationships/slideLayout"/><Relationship Id="rId3" Target="../notesSlides/notesSlide18.xml" Type="http://schemas.openxmlformats.org/officeDocument/2006/relationships/notesSlide"/></Relationships>
</file>

<file path=ppt/slides/_rels/slide21.xml.rels><?xml version="1.0" encoding="UTF-8" standalone="yes"?><Relationships xmlns="http://schemas.openxmlformats.org/package/2006/relationships"><Relationship Id="rId1" Target="../media/image12.png" Type="http://schemas.openxmlformats.org/officeDocument/2006/relationships/image"/><Relationship Id="rId2" Target="../slideLayouts/slideLayout10.xml" Type="http://schemas.openxmlformats.org/officeDocument/2006/relationships/slideLayout"/><Relationship Id="rId3" Target="../notesSlides/notesSlide19.xml" Type="http://schemas.openxmlformats.org/officeDocument/2006/relationships/notesSlide"/></Relationships>
</file>

<file path=ppt/slides/_rels/slide22.xml.rels><?xml version="1.0" encoding="UTF-8" standalone="yes"?><Relationships xmlns="http://schemas.openxmlformats.org/package/2006/relationships"><Relationship Id="rId1" Target="../slideLayouts/slideLayout10.xml" Type="http://schemas.openxmlformats.org/officeDocument/2006/relationships/slideLayout"/><Relationship Id="rId2" Target="../notesSlides/notesSlide20.xml" Type="http://schemas.openxmlformats.org/officeDocument/2006/relationships/notesSlide"/></Relationships>
</file>

<file path=ppt/slides/_rels/slide23.xml.rels><?xml version="1.0" encoding="UTF-8" standalone="yes"?><Relationships xmlns="http://schemas.openxmlformats.org/package/2006/relationships"><Relationship Id="rId1" Target="../slideLayouts/slideLayout10.xml" Type="http://schemas.openxmlformats.org/officeDocument/2006/relationships/slideLayout"/><Relationship Id="rId2" Target="../notesSlides/notesSlide21.xml" Type="http://schemas.openxmlformats.org/officeDocument/2006/relationships/notesSlide"/></Relationships>
</file>

<file path=ppt/slides/_rels/slide24.xml.rels><?xml version="1.0" encoding="UTF-8" standalone="yes"?><Relationships xmlns="http://schemas.openxmlformats.org/package/2006/relationships"><Relationship Id="rId1" Target="../slideLayouts/slideLayout10.xml" Type="http://schemas.openxmlformats.org/officeDocument/2006/relationships/slideLayout"/><Relationship Id="rId2" Target="../notesSlides/notesSlide22.xml" Type="http://schemas.openxmlformats.org/officeDocument/2006/relationships/notesSlide"/></Relationships>
</file>

<file path=ppt/slides/_rels/slide25.xml.rels><?xml version="1.0" encoding="UTF-8" standalone="yes"?><Relationships xmlns="http://schemas.openxmlformats.org/package/2006/relationships"><Relationship Id="rId1" Target="../slideLayouts/slideLayout10.xml" Type="http://schemas.openxmlformats.org/officeDocument/2006/relationships/slideLayout"/><Relationship Id="rId2" Target="../notesSlides/notesSlide23.xml" Type="http://schemas.openxmlformats.org/officeDocument/2006/relationships/notesSlide"/></Relationships>
</file>

<file path=ppt/slides/_rels/slide26.xml.rels><?xml version="1.0" encoding="UTF-8" standalone="yes"?><Relationships xmlns="http://schemas.openxmlformats.org/package/2006/relationships"><Relationship Id="rId1" Target="../slideLayouts/slideLayout10.xml" Type="http://schemas.openxmlformats.org/officeDocument/2006/relationships/slideLayout"/><Relationship Id="rId2" Target="../notesSlides/notesSlide24.xml" Type="http://schemas.openxmlformats.org/officeDocument/2006/relationships/notesSlide"/></Relationships>
</file>

<file path=ppt/slides/_rels/slide27.xml.rels><?xml version="1.0" encoding="UTF-8" standalone="yes"?><Relationships xmlns="http://schemas.openxmlformats.org/package/2006/relationships"><Relationship Id="rId1" Target="../slideLayouts/slideLayout10.xml" Type="http://schemas.openxmlformats.org/officeDocument/2006/relationships/slideLayout"/><Relationship Id="rId2" Target="../notesSlides/notesSlide25.xml" Type="http://schemas.openxmlformats.org/officeDocument/2006/relationships/notesSlide"/></Relationships>
</file>

<file path=ppt/slides/_rels/slide28.xml.rels><?xml version="1.0" encoding="UTF-8" standalone="yes"?><Relationships xmlns="http://schemas.openxmlformats.org/package/2006/relationships"><Relationship Id="rId1" Target="../slideLayouts/slideLayout11.xml" Type="http://schemas.openxmlformats.org/officeDocument/2006/relationships/slideLayout"/><Relationship Id="rId2" Target="../notesSlides/notesSlide26.xml" Type="http://schemas.openxmlformats.org/officeDocument/2006/relationships/notesSlide"/></Relationships>
</file>

<file path=ppt/slides/_rels/slide29.xml.rels><?xml version="1.0" encoding="UTF-8" standalone="yes"?><Relationships xmlns="http://schemas.openxmlformats.org/package/2006/relationships"><Relationship Id="rId1" Target="../slideLayouts/slideLayout11.xml" Type="http://schemas.openxmlformats.org/officeDocument/2006/relationships/slideLayout"/><Relationship Id="rId2" Target="../notesSlides/notesSlide27.xml" Type="http://schemas.openxmlformats.org/officeDocument/2006/relationships/notesSlide"/></Relationships>
</file>

<file path=ppt/slides/_rels/slide30.xml.rels><?xml version="1.0" encoding="UTF-8" standalone="yes"?><Relationships xmlns="http://schemas.openxmlformats.org/package/2006/relationships"><Relationship Id="rId1" Target="../slideLayouts/slideLayout10.xml" Type="http://schemas.openxmlformats.org/officeDocument/2006/relationships/slideLayout"/></Relationships>
</file>

<file path=ppt/slides/_rels/slide31.xml.rels><?xml version="1.0" encoding="UTF-8" standalone="yes"?><Relationships xmlns="http://schemas.openxmlformats.org/package/2006/relationships"><Relationship Id="rId1" Target="../slideLayouts/slideLayout10.xml" Type="http://schemas.openxmlformats.org/officeDocument/2006/relationships/slideLayout"/><Relationship Id="rId2" Target="../notesSlides/notesSlide28.xml" Type="http://schemas.openxmlformats.org/officeDocument/2006/relationships/notesSlide"/></Relationships>
</file>

<file path=ppt/slides/_rels/slide32.xml.rels><?xml version="1.0" encoding="UTF-8" standalone="yes"?><Relationships xmlns="http://schemas.openxmlformats.org/package/2006/relationships"><Relationship Id="rId1" Target="../slideLayouts/slideLayout10.xml" Type="http://schemas.openxmlformats.org/officeDocument/2006/relationships/slideLayout"/><Relationship Id="rId2" Target="../notesSlides/notesSlide29.xml" Type="http://schemas.openxmlformats.org/officeDocument/2006/relationships/notesSlide"/></Relationships>
</file>

<file path=ppt/slides/_rels/slide33.xml.rels><?xml version="1.0" encoding="UTF-8" standalone="yes"?><Relationships xmlns="http://schemas.openxmlformats.org/package/2006/relationships"><Relationship Id="rId1" Target="../slideLayouts/slideLayout8.xml" Type="http://schemas.openxmlformats.org/officeDocument/2006/relationships/slideLayout"/></Relationships>
</file>

<file path=ppt/slides/_rels/slide34.xml.rels><?xml version="1.0" encoding="UTF-8" standalone="yes"?><Relationships xmlns="http://schemas.openxmlformats.org/package/2006/relationships"><Relationship Id="rId1" Target="../media/image13.jpeg" Type="http://schemas.openxmlformats.org/officeDocument/2006/relationships/image"/><Relationship Id="rId2" Target="../slideLayouts/slideLayout14.xml" Type="http://schemas.openxmlformats.org/officeDocument/2006/relationships/slideLayout"/></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5038184" y="1982559"/>
            <a:ext cx="3510731" cy="480131"/>
          </a:xfrm>
          <a:prstGeom prst="rect">
            <a:avLst/>
          </a:prstGeom>
          <a:noFill/>
          <a:ln>
            <a:noFill/>
          </a:ln>
        </p:spPr>
        <p:txBody>
          <a:bodyPr>
            <a:spAutoFit/>
            <a:scene3d>
              <a:camera prst="orthographicFront"/>
              <a:lightRig rig="brightRoom" dir="t"/>
            </a:scene3d>
            <a:sp3d contourW="6350" prstMaterial="plastic">
              <a:bevelT w="20320" h="20320" prst="angle"/>
              <a:contourClr>
                <a:schemeClr val="accent1">
                  <a:tint val="100000"/>
                  <a:shade val="100000"/>
                  <a:hueMod val="100000"/>
                  <a:satMod val="100000"/>
                </a:schemeClr>
              </a:contourClr>
            </a:sp3d>
          </a:bodyPr>
          <a:lstStyle/>
          <a:p>
            <a:pPr>
              <a:lnSpc>
                <a:spcPct val="90000"/>
              </a:lnSpc>
              <a:spcBef>
                <a:spcPct val="50000"/>
              </a:spcBef>
              <a:buClr>
                <a:schemeClr val="accent1"/>
              </a:buClr>
              <a:defRPr/>
            </a:pPr>
            <a:r>
              <a:rPr lang="en-US" altLang="zh-CN" sz="2800" b="1" cap="all" spc="-300" dirty="0">
                <a:effectLst>
                  <a:outerShdw blurRad="19685" dist="12700" dir="5400000" algn="tl" rotWithShape="0">
                    <a:schemeClr val="accent1">
                      <a:satMod val="130000"/>
                      <a:alpha val="60000"/>
                    </a:schemeClr>
                  </a:outerShdw>
                  <a:reflection blurRad="10000" stA="55000" endPos="48000" dist="500" dir="5400000" sy="-100000" algn="bl" rotWithShape="0"/>
                </a:effectLst>
                <a:latin typeface="微软雅黑" panose="020B0503020204020204" pitchFamily="34" charset="-122"/>
                <a:ea typeface="微软雅黑" panose="020B0503020204020204" pitchFamily="34" charset="-122"/>
              </a:rPr>
              <a:t> </a:t>
            </a:r>
            <a:r>
              <a:rPr lang="zh-CN" altLang="en-US" sz="2800" b="1" cap="all" spc="-300" dirty="0">
                <a:solidFill>
                  <a:schemeClr val="bg1"/>
                </a:solidFill>
                <a:effectLst>
                  <a:reflection blurRad="10000" stA="55000" endPos="48000" dist="500" dir="5400000" sy="-100000" algn="bl" rotWithShape="0"/>
                </a:effectLst>
                <a:latin typeface="微软雅黑" panose="020B0503020204020204" pitchFamily="34" charset="-122"/>
                <a:ea typeface="微软雅黑" panose="020B0503020204020204" pitchFamily="34" charset="-122"/>
              </a:rPr>
              <a:t>软 件 发 掘 数 据 价 值 </a:t>
            </a:r>
            <a:endParaRPr lang="zh-CN" altLang="en-US" sz="2800" b="1" cap="all" spc="-300" dirty="0">
              <a:solidFill>
                <a:schemeClr val="bg1"/>
              </a:solidFill>
              <a:effectLst>
                <a:reflection blurRad="10000" stA="55000" endPos="48000" dist="500" dir="5400000" sy="-100000" algn="bl" rotWithShape="0"/>
              </a:effectLst>
              <a:latin typeface="微软雅黑" panose="020B0503020204020204" pitchFamily="34" charset="-122"/>
              <a:ea typeface="微软雅黑" panose="020B0503020204020204" pitchFamily="34" charset="-122"/>
            </a:endParaRPr>
          </a:p>
        </p:txBody>
      </p:sp>
      <p:sp>
        <p:nvSpPr>
          <p:cNvPr id="2" name="标题 1"/>
          <p:cNvSpPr>
            <a:spLocks noGrp="1"/>
          </p:cNvSpPr>
          <p:nvPr/>
        </p:nvSpPr>
        <p:spPr>
          <a:xfrm>
            <a:off x="838200" y="4800600"/>
            <a:ext cx="7772400" cy="860425"/>
          </a:xfrm>
          <a:prstGeom prst="rect">
            <a:avLst/>
          </a:prstGeom>
          <a:noFill/>
          <a:ln w="9525">
            <a:noFill/>
            <a:miter lim="800000"/>
          </a:ln>
        </p:spPr>
        <p:txBody>
          <a:bodyPr vert="horz" wrap="square" lIns="91440" tIns="45720" rIns="91440" bIns="45720" numCol="1" anchor="b" anchorCtr="0" compatLnSpc="1"/>
          <a:lstStyle>
            <a:lvl1pPr algn="l" rtl="0" eaLnBrk="0" fontAlgn="base" hangingPunct="0">
              <a:spcBef>
                <a:spcPct val="0"/>
              </a:spcBef>
              <a:spcAft>
                <a:spcPct val="0"/>
              </a:spcAft>
              <a:defRPr sz="2800" b="1">
                <a:solidFill>
                  <a:schemeClr val="tx1"/>
                </a:solidFill>
                <a:latin typeface="微软雅黑" panose="020B0503020204020204" pitchFamily="34" charset="-122"/>
                <a:ea typeface="微软雅黑" panose="020B0503020204020204" pitchFamily="34" charset="-122"/>
                <a:cs typeface="+mj-cs"/>
              </a:defRPr>
            </a:lvl1pPr>
            <a:lvl2pPr algn="l" rtl="0" eaLnBrk="0" fontAlgn="base" hangingPunct="0">
              <a:spcBef>
                <a:spcPct val="0"/>
              </a:spcBef>
              <a:spcAft>
                <a:spcPct val="0"/>
              </a:spcAft>
              <a:defRPr sz="3200" b="1">
                <a:solidFill>
                  <a:schemeClr val="tx1"/>
                </a:solidFill>
                <a:latin typeface="Arial" panose="020B0604020202020204" pitchFamily="34" charset="0"/>
              </a:defRPr>
            </a:lvl2pPr>
            <a:lvl3pPr algn="l" rtl="0" eaLnBrk="0" fontAlgn="base" hangingPunct="0">
              <a:spcBef>
                <a:spcPct val="0"/>
              </a:spcBef>
              <a:spcAft>
                <a:spcPct val="0"/>
              </a:spcAft>
              <a:defRPr sz="3200" b="1">
                <a:solidFill>
                  <a:schemeClr val="tx1"/>
                </a:solidFill>
                <a:latin typeface="Arial" panose="020B0604020202020204" pitchFamily="34" charset="0"/>
              </a:defRPr>
            </a:lvl3pPr>
            <a:lvl4pPr algn="l" rtl="0" eaLnBrk="0" fontAlgn="base" hangingPunct="0">
              <a:spcBef>
                <a:spcPct val="0"/>
              </a:spcBef>
              <a:spcAft>
                <a:spcPct val="0"/>
              </a:spcAft>
              <a:defRPr sz="3200" b="1">
                <a:solidFill>
                  <a:schemeClr val="tx1"/>
                </a:solidFill>
                <a:latin typeface="Arial" panose="020B0604020202020204" pitchFamily="34" charset="0"/>
              </a:defRPr>
            </a:lvl4pPr>
            <a:lvl5pPr algn="l" rtl="0" eaLnBrk="0" fontAlgn="base" hangingPunct="0">
              <a:spcBef>
                <a:spcPct val="0"/>
              </a:spcBef>
              <a:spcAft>
                <a:spcPct val="0"/>
              </a:spcAft>
              <a:defRPr sz="3200" b="1">
                <a:solidFill>
                  <a:schemeClr val="tx1"/>
                </a:solidFill>
                <a:latin typeface="Arial" panose="020B0604020202020204" pitchFamily="34" charset="0"/>
              </a:defRPr>
            </a:lvl5pPr>
            <a:lvl6pPr marL="457200" algn="l" rtl="0" fontAlgn="base">
              <a:spcBef>
                <a:spcPct val="0"/>
              </a:spcBef>
              <a:spcAft>
                <a:spcPct val="0"/>
              </a:spcAft>
              <a:defRPr sz="3200" b="1">
                <a:solidFill>
                  <a:schemeClr val="tx1"/>
                </a:solidFill>
                <a:latin typeface="Arial" panose="020B0604020202020204" pitchFamily="34" charset="0"/>
              </a:defRPr>
            </a:lvl6pPr>
            <a:lvl7pPr marL="914400" algn="l" rtl="0" fontAlgn="base">
              <a:spcBef>
                <a:spcPct val="0"/>
              </a:spcBef>
              <a:spcAft>
                <a:spcPct val="0"/>
              </a:spcAft>
              <a:defRPr sz="3200" b="1">
                <a:solidFill>
                  <a:schemeClr val="tx1"/>
                </a:solidFill>
                <a:latin typeface="Arial" panose="020B0604020202020204" pitchFamily="34" charset="0"/>
              </a:defRPr>
            </a:lvl7pPr>
            <a:lvl8pPr marL="1371600" algn="l" rtl="0" fontAlgn="base">
              <a:spcBef>
                <a:spcPct val="0"/>
              </a:spcBef>
              <a:spcAft>
                <a:spcPct val="0"/>
              </a:spcAft>
              <a:defRPr sz="3200" b="1">
                <a:solidFill>
                  <a:schemeClr val="tx1"/>
                </a:solidFill>
                <a:latin typeface="Arial" panose="020B0604020202020204" pitchFamily="34" charset="0"/>
              </a:defRPr>
            </a:lvl8pPr>
            <a:lvl9pPr marL="1828800" algn="l" rtl="0" fontAlgn="base">
              <a:spcBef>
                <a:spcPct val="0"/>
              </a:spcBef>
              <a:spcAft>
                <a:spcPct val="0"/>
              </a:spcAft>
              <a:defRPr sz="3200" b="1">
                <a:solidFill>
                  <a:schemeClr val="tx1"/>
                </a:solidFill>
                <a:latin typeface="Arial" panose="020B0604020202020204" pitchFamily="34" charset="0"/>
              </a:defRPr>
            </a:lvl9pPr>
          </a:lstStyle>
          <a:p>
            <a:r>
              <a:rPr lang="zh-CN" altLang="zh-CN" dirty="0"/>
              <a:t>GBase 8t </a:t>
            </a:r>
            <a:r>
              <a:rPr lang="en-US" altLang="zh-CN" dirty="0"/>
              <a:t>SQL</a:t>
            </a:r>
            <a:r>
              <a:rPr lang="zh-CN" altLang="en-US" dirty="0"/>
              <a:t>分析与优化</a:t>
            </a:r>
            <a:endParaRPr lang="zh-CN" altLang="en-US" dirty="0"/>
          </a:p>
        </p:txBody>
      </p:sp>
      <p:sp>
        <p:nvSpPr>
          <p:cNvPr id="6" name="副标题 10"/>
          <p:cNvSpPr txBox="1"/>
          <p:nvPr/>
        </p:nvSpPr>
        <p:spPr bwMode="auto">
          <a:xfrm>
            <a:off x="2407256" y="6168277"/>
            <a:ext cx="6400800" cy="762000"/>
          </a:xfrm>
          <a:prstGeom prst="rect">
            <a:avLst/>
          </a:prstGeom>
          <a:noFill/>
          <a:ln w="9525">
            <a:noFill/>
            <a:miter lim="800000"/>
          </a:ln>
        </p:spPr>
        <p:txBody>
          <a:bodyPr lIns="0" tIns="0" rIns="0" bIns="0"/>
          <a:lstStyle/>
          <a:p>
            <a:pPr algn="r" eaLnBrk="0" hangingPunct="0">
              <a:buClr>
                <a:schemeClr val="accent1"/>
              </a:buClr>
              <a:defRPr/>
            </a:pPr>
            <a:r>
              <a:rPr lang="zh-CN" altLang="en-US" sz="1800" b="1" kern="0" dirty="0">
                <a:latin typeface="微软雅黑" panose="020B0503020204020204" pitchFamily="34" charset="-122"/>
                <a:ea typeface="微软雅黑" panose="020B0503020204020204" pitchFamily="34" charset="-122"/>
              </a:rPr>
              <a:t>南大通用数据技术股份有限公司</a:t>
            </a:r>
            <a:endParaRPr lang="zh-CN" altLang="en-US" sz="1800" b="1" kern="0" dirty="0">
              <a:latin typeface="微软雅黑" panose="020B0503020204020204" pitchFamily="34" charset="-122"/>
              <a:ea typeface="微软雅黑" panose="020B0503020204020204" pitchFamily="34" charset="-122"/>
            </a:endParaRPr>
          </a:p>
        </p:txBody>
      </p:sp>
      <p:sp>
        <p:nvSpPr>
          <p:cNvPr id="7" name="TextBox 9"/>
          <p:cNvSpPr>
            <a:spLocks noChangeArrowheads="1"/>
          </p:cNvSpPr>
          <p:nvPr/>
        </p:nvSpPr>
        <p:spPr bwMode="auto">
          <a:xfrm>
            <a:off x="5580439" y="6542088"/>
            <a:ext cx="3298825" cy="397510"/>
          </a:xfrm>
          <a:prstGeom prst="rect">
            <a:avLst/>
          </a:prstGeom>
          <a:noFill/>
          <a:ln>
            <a:noFill/>
          </a:ln>
        </p:spPr>
        <p:txBody>
          <a:bodyPr>
            <a:spAutoFit/>
          </a:bodyPr>
          <a:lstStyle/>
          <a:p>
            <a:pPr algn="r"/>
            <a:r>
              <a:rPr lang="zh-CN" altLang="zh-CN" sz="1000" b="1" dirty="0">
                <a:solidFill>
                  <a:srgbClr val="898989"/>
                </a:solidFill>
                <a:latin typeface="Verdana" panose="020B0604030504040204" pitchFamily="34" charset="0"/>
                <a:ea typeface="宋体" panose="02010600030101010101" pitchFamily="2" charset="-122"/>
                <a:sym typeface="+mn-ea"/>
              </a:rPr>
              <a:t>版权所有©GBASE</a:t>
            </a:r>
            <a:r>
              <a:rPr lang="en-US" altLang="zh-CN" sz="1000" b="1" dirty="0">
                <a:solidFill>
                  <a:srgbClr val="898989"/>
                </a:solidFill>
                <a:latin typeface="Verdana" panose="020B0604030504040204" pitchFamily="34" charset="0"/>
                <a:ea typeface="宋体" panose="02010600030101010101" pitchFamily="2" charset="-122"/>
                <a:sym typeface="+mn-ea"/>
              </a:rPr>
              <a:t>2016</a:t>
            </a:r>
            <a:endParaRPr lang="zh-CN" altLang="zh-CN" sz="1000" b="1" dirty="0">
              <a:solidFill>
                <a:srgbClr val="898989"/>
              </a:solidFill>
              <a:latin typeface="Verdana" panose="020B0604030504040204" pitchFamily="34" charset="0"/>
              <a:sym typeface="Verdana" panose="020B0604030504040204" pitchFamily="34" charset="0"/>
            </a:endParaRPr>
          </a:p>
          <a:p>
            <a:pPr algn="r"/>
            <a:endParaRPr lang="zh-CN" altLang="zh-CN" sz="1000" dirty="0">
              <a:solidFill>
                <a:srgbClr val="000000"/>
              </a:solidFill>
              <a:latin typeface="Verdana" panose="020B0604030504040204" pitchFamily="34" charset="0"/>
              <a:sym typeface="Verdana" panose="020B0604030504040204" pitchFamily="34" charset="0"/>
            </a:endParaRPr>
          </a:p>
        </p:txBody>
      </p:sp>
    </p:spTree>
  </p:cSld>
  <p:clrMapOvr>
    <a:masterClrMapping/>
  </p:clrMapOvr>
  <p:transition>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前言</a:t>
            </a:r>
            <a:r>
              <a:rPr kumimoji="1" lang="en-US" altLang="zh-CN" dirty="0"/>
              <a:t> </a:t>
            </a:r>
            <a:r>
              <a:rPr kumimoji="1" lang="zh-CN" altLang="en-US" dirty="0"/>
              <a:t>－</a:t>
            </a:r>
            <a:r>
              <a:rPr lang="en-US" altLang="zh-CN" dirty="0"/>
              <a:t>SQL</a:t>
            </a:r>
            <a:r>
              <a:rPr lang="zh-CN" altLang="en-US" dirty="0"/>
              <a:t>分析与优化</a:t>
            </a:r>
            <a:endParaRPr lang="zh-CN" altLang="en-US" dirty="0"/>
          </a:p>
        </p:txBody>
      </p:sp>
      <p:sp>
        <p:nvSpPr>
          <p:cNvPr id="3" name="内容占位符 2"/>
          <p:cNvSpPr>
            <a:spLocks noGrp="1"/>
          </p:cNvSpPr>
          <p:nvPr>
            <p:ph idx="1"/>
          </p:nvPr>
        </p:nvSpPr>
        <p:spPr>
          <a:xfrm>
            <a:off x="467360" y="1124585"/>
            <a:ext cx="8098155" cy="4819015"/>
          </a:xfrm>
        </p:spPr>
        <p:txBody>
          <a:bodyPr/>
          <a:lstStyle/>
          <a:p>
            <a:pPr>
              <a:lnSpc>
                <a:spcPct val="120000"/>
              </a:lnSpc>
            </a:pPr>
            <a:r>
              <a:rPr kumimoji="1" lang="zh-CN" altLang="en-US" dirty="0"/>
              <a:t>在基于</a:t>
            </a:r>
            <a:r>
              <a:rPr kumimoji="1" lang="en-US" altLang="zh-CN" dirty="0"/>
              <a:t> </a:t>
            </a:r>
            <a:r>
              <a:rPr lang="zh-CN" altLang="zh-CN" dirty="0"/>
              <a:t>GBase 8t 系统</a:t>
            </a:r>
            <a:r>
              <a:rPr lang="zh-CN" altLang="en-US" dirty="0"/>
              <a:t>与</a:t>
            </a:r>
            <a:r>
              <a:rPr lang="zh-CN" altLang="zh-CN" dirty="0"/>
              <a:t>设计优化</a:t>
            </a:r>
            <a:r>
              <a:rPr lang="zh-CN" altLang="en-US" dirty="0"/>
              <a:t>都已经执行的环境后。</a:t>
            </a:r>
            <a:endParaRPr lang="zh-CN" altLang="en-US" dirty="0"/>
          </a:p>
          <a:p>
            <a:pPr>
              <a:lnSpc>
                <a:spcPct val="120000"/>
              </a:lnSpc>
            </a:pPr>
            <a:endParaRPr kumimoji="1" lang="zh-CN" altLang="en-US" dirty="0"/>
          </a:p>
          <a:p>
            <a:pPr>
              <a:lnSpc>
                <a:spcPct val="120000"/>
              </a:lnSpc>
            </a:pPr>
            <a:r>
              <a:rPr kumimoji="1" lang="zh-CN" altLang="en-US" dirty="0"/>
              <a:t>本篇的目的是向读者阐述在</a:t>
            </a:r>
            <a:r>
              <a:rPr kumimoji="1" lang="en-US" altLang="zh-CN" dirty="0"/>
              <a:t> SQL </a:t>
            </a:r>
            <a:r>
              <a:rPr kumimoji="1" lang="zh-CN" altLang="en-US" dirty="0"/>
              <a:t>性能不理想时候</a:t>
            </a:r>
            <a:r>
              <a:rPr kumimoji="1" lang="zh-CN" altLang="en-US" dirty="0">
                <a:solidFill>
                  <a:schemeClr val="tx1"/>
                </a:solidFill>
              </a:rPr>
              <a:t>如何对</a:t>
            </a:r>
            <a:r>
              <a:rPr kumimoji="1" lang="en-US" altLang="zh-CN" dirty="0">
                <a:solidFill>
                  <a:srgbClr val="FF0000"/>
                </a:solidFill>
              </a:rPr>
              <a:t>SQL</a:t>
            </a:r>
            <a:r>
              <a:rPr kumimoji="1" lang="zh-CN" altLang="en-US" dirty="0">
                <a:solidFill>
                  <a:schemeClr val="tx1"/>
                </a:solidFill>
              </a:rPr>
              <a:t>进行</a:t>
            </a:r>
            <a:r>
              <a:rPr kumimoji="1" lang="zh-CN" altLang="en-US" dirty="0">
                <a:solidFill>
                  <a:srgbClr val="FF0000"/>
                </a:solidFill>
              </a:rPr>
              <a:t>跟踪，分析</a:t>
            </a:r>
            <a:r>
              <a:rPr kumimoji="1" lang="zh-CN" altLang="en-US" dirty="0">
                <a:solidFill>
                  <a:schemeClr val="tx1"/>
                </a:solidFill>
              </a:rPr>
              <a:t>与</a:t>
            </a:r>
            <a:r>
              <a:rPr kumimoji="1" lang="zh-CN" altLang="en-US" dirty="0">
                <a:solidFill>
                  <a:srgbClr val="FF0000"/>
                </a:solidFill>
              </a:rPr>
              <a:t>优化。</a:t>
            </a:r>
            <a:r>
              <a:rPr kumimoji="1" lang="zh-CN" altLang="en-US" dirty="0"/>
              <a:t>当系统在某一时段性能较低时，我们可以对数据库进行</a:t>
            </a:r>
            <a:r>
              <a:rPr kumimoji="1" lang="en-US" altLang="zh-CN" dirty="0"/>
              <a:t>SQL</a:t>
            </a:r>
            <a:r>
              <a:rPr kumimoji="1" lang="zh-CN" altLang="en-US" dirty="0"/>
              <a:t>语句的跟踪，然后分析这些</a:t>
            </a:r>
            <a:r>
              <a:rPr kumimoji="1" lang="en-US" altLang="zh-CN" dirty="0"/>
              <a:t>SQL</a:t>
            </a:r>
            <a:r>
              <a:rPr kumimoji="1" lang="zh-CN" altLang="en-US" dirty="0"/>
              <a:t>语句的执行计划，再给出相应的优化方案，这是我们对</a:t>
            </a:r>
            <a:r>
              <a:rPr kumimoji="1" lang="en-US" altLang="zh-CN" dirty="0"/>
              <a:t>SQL</a:t>
            </a:r>
            <a:r>
              <a:rPr kumimoji="1" lang="zh-CN" altLang="en-US" dirty="0"/>
              <a:t>语句优化的一个基本思路。</a:t>
            </a:r>
            <a:endParaRPr kumimoji="1" lang="zh-CN" altLang="en-US" dirty="0"/>
          </a:p>
          <a:p>
            <a:endParaRPr kumimoji="1" lang="zh-CN" altLang="en-US" sz="2000" dirty="0"/>
          </a:p>
          <a:p>
            <a:pPr>
              <a:lnSpc>
                <a:spcPct val="120000"/>
              </a:lnSpc>
            </a:pPr>
            <a:r>
              <a:rPr kumimoji="1" lang="en-US" altLang="zh-CN" sz="2000" dirty="0"/>
              <a:t>SQL</a:t>
            </a:r>
            <a:r>
              <a:rPr kumimoji="1" lang="zh-CN" altLang="en-US" sz="2000" dirty="0"/>
              <a:t>语句优化的三个步骤</a:t>
            </a:r>
            <a:endParaRPr kumimoji="1" lang="zh-CN" altLang="en-US" sz="2000" dirty="0"/>
          </a:p>
          <a:p>
            <a:pPr lvl="1">
              <a:lnSpc>
                <a:spcPct val="120000"/>
              </a:lnSpc>
            </a:pPr>
            <a:r>
              <a:rPr kumimoji="1" lang="en-US" altLang="zh-CN" sz="1800" b="1" dirty="0"/>
              <a:t>SQL</a:t>
            </a:r>
            <a:r>
              <a:rPr kumimoji="1" lang="zh-CN" altLang="en-US" sz="1800" b="1" dirty="0"/>
              <a:t>语句的跟踪</a:t>
            </a:r>
            <a:endParaRPr kumimoji="1" lang="zh-CN" altLang="en-US" sz="1800" b="1" dirty="0"/>
          </a:p>
          <a:p>
            <a:pPr lvl="1">
              <a:lnSpc>
                <a:spcPct val="120000"/>
              </a:lnSpc>
            </a:pPr>
            <a:r>
              <a:rPr kumimoji="1" lang="en-US" altLang="zh-CN" sz="1800" b="1" dirty="0"/>
              <a:t>SQL</a:t>
            </a:r>
            <a:r>
              <a:rPr kumimoji="1" lang="zh-CN" altLang="en-US" sz="1800" b="1" dirty="0"/>
              <a:t>语句的分析</a:t>
            </a:r>
            <a:endParaRPr kumimoji="1" lang="zh-CN" altLang="en-US" sz="1800" b="1" dirty="0"/>
          </a:p>
          <a:p>
            <a:pPr lvl="1">
              <a:lnSpc>
                <a:spcPct val="120000"/>
              </a:lnSpc>
            </a:pPr>
            <a:r>
              <a:rPr kumimoji="1" lang="en-US" altLang="zh-CN" sz="1800" b="1" dirty="0"/>
              <a:t>SQL</a:t>
            </a:r>
            <a:r>
              <a:rPr kumimoji="1" lang="zh-CN" altLang="en-US" sz="1800" b="1" dirty="0"/>
              <a:t>语句的优化</a:t>
            </a:r>
            <a:endParaRPr kumimoji="1" lang="zh-CN" altLang="en-US" sz="1800" b="1" dirty="0"/>
          </a:p>
          <a:p>
            <a:pPr marL="798830" lvl="1" indent="-457200">
              <a:buFont typeface="+mj-lt"/>
              <a:buAutoNum type="arabicPeriod"/>
            </a:pPr>
            <a:endParaRPr kumimoji="1" lang="zh-CN" altLang="en-US" sz="2000" dirty="0"/>
          </a:p>
          <a:p>
            <a:pPr marL="0" indent="0">
              <a:lnSpc>
                <a:spcPct val="120000"/>
              </a:lnSpc>
              <a:buNone/>
            </a:pPr>
            <a:endParaRPr kumimoji="1" lang="zh-CN" altLang="en-US" dirty="0"/>
          </a:p>
          <a:p>
            <a:endParaRPr kumimoji="1" lang="zh-CN" altLang="en-US" dirty="0"/>
          </a:p>
          <a:p>
            <a:pPr marL="798830" lvl="1" indent="-457200">
              <a:buFont typeface="+mj-lt"/>
              <a:buAutoNum type="arabicPeriod"/>
            </a:pPr>
            <a:endParaRPr kumimoji="1" lang="zh-CN" altLang="en-US" sz="2000" dirty="0"/>
          </a:p>
          <a:p>
            <a:endParaRPr kumimoji="1" lang="zh-CN" altLang="en-US" dirty="0"/>
          </a:p>
        </p:txBody>
      </p:sp>
      <p:sp>
        <p:nvSpPr>
          <p:cNvPr id="4" name="幻灯片编号占位符 3"/>
          <p:cNvSpPr>
            <a:spLocks noGrp="1"/>
          </p:cNvSpPr>
          <p:nvPr>
            <p:ph type="sldNum" sz="quarter" idx="12"/>
          </p:nvPr>
        </p:nvSpPr>
        <p:spPr/>
        <p:txBody>
          <a:bodyPr/>
          <a:lstStyle/>
          <a:p>
            <a:fld id="{6F14581E-91BE-4DD1-BEE9-FCA9855E5E43}" type="slidenum">
              <a:rPr lang="zh-CN" altLang="en-US" smtClean="0"/>
            </a:fld>
            <a:endParaRPr lang="zh-CN" altLang="en-US"/>
          </a:p>
        </p:txBody>
      </p:sp>
    </p:spTree>
  </p:cSld>
  <p:clrMapOvr>
    <a:masterClrMapping/>
  </p:clrMapOvr>
  <p:transition>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圆角矩形 62"/>
          <p:cNvSpPr/>
          <p:nvPr/>
        </p:nvSpPr>
        <p:spPr bwMode="auto">
          <a:xfrm>
            <a:off x="2764446" y="1858249"/>
            <a:ext cx="4678363" cy="647700"/>
          </a:xfrm>
          <a:prstGeom prst="roundRect">
            <a:avLst>
              <a:gd name="adj" fmla="val 26124"/>
            </a:avLst>
          </a:prstGeom>
        </p:spPr>
        <p:style>
          <a:lnRef idx="1">
            <a:schemeClr val="accent5"/>
          </a:lnRef>
          <a:fillRef idx="2">
            <a:schemeClr val="accent5"/>
          </a:fillRef>
          <a:effectRef idx="1">
            <a:schemeClr val="accent5"/>
          </a:effectRef>
          <a:fontRef idx="minor">
            <a:schemeClr val="dk1"/>
          </a:fontRef>
        </p:style>
        <p:txBody>
          <a:bodyPr wrap="none" anchor="ctr"/>
          <a:lstStyle/>
          <a:p>
            <a:pPr marL="0" lvl="1" algn="ctr">
              <a:spcBef>
                <a:spcPct val="20000"/>
              </a:spcBef>
              <a:buClr>
                <a:srgbClr val="FD0000"/>
              </a:buClr>
              <a:defRPr/>
            </a:pPr>
            <a:r>
              <a:rPr lang="en-US" altLang="zh-CN" sz="2000" b="1" kern="0" dirty="0">
                <a:solidFill>
                  <a:srgbClr val="000000"/>
                </a:solidFill>
                <a:sym typeface="+mn-ea"/>
              </a:rPr>
              <a:t>   </a:t>
            </a:r>
            <a:r>
              <a:rPr lang="en-US" altLang="zh-CN" sz="2000" dirty="0">
                <a:cs typeface="宋体" panose="02010600030101010101" pitchFamily="2" charset="-122"/>
                <a:sym typeface="+mn-ea"/>
              </a:rPr>
              <a:t>SQL </a:t>
            </a:r>
            <a:r>
              <a:rPr lang="zh-CN" altLang="en-US" sz="2000" dirty="0">
                <a:cs typeface="宋体" panose="02010600030101010101" pitchFamily="2" charset="-122"/>
                <a:sym typeface="+mn-ea"/>
              </a:rPr>
              <a:t>跟踪</a:t>
            </a:r>
            <a:r>
              <a:rPr lang="en-US" altLang="zh-CN" sz="2000" dirty="0">
                <a:cs typeface="宋体" panose="02010600030101010101" pitchFamily="2" charset="-122"/>
                <a:sym typeface="+mn-ea"/>
              </a:rPr>
              <a:t> (SQLTRACE)</a:t>
            </a:r>
            <a:endParaRPr lang="zh-CN" altLang="en-US" sz="2000" b="1" dirty="0">
              <a:solidFill>
                <a:srgbClr val="C0C0C0"/>
              </a:solidFill>
              <a:cs typeface="Arial" panose="020B0604020202020204" pitchFamily="34" charset="0"/>
            </a:endParaRPr>
          </a:p>
        </p:txBody>
      </p:sp>
      <p:sp>
        <p:nvSpPr>
          <p:cNvPr id="58" name="AutoShape 6"/>
          <p:cNvSpPr>
            <a:spLocks noChangeArrowheads="1"/>
          </p:cNvSpPr>
          <p:nvPr/>
        </p:nvSpPr>
        <p:spPr bwMode="auto">
          <a:xfrm>
            <a:off x="1602336" y="1788145"/>
            <a:ext cx="1946760" cy="787908"/>
          </a:xfrm>
          <a:prstGeom prst="rightArrow">
            <a:avLst>
              <a:gd name="adj1" fmla="val 100000"/>
              <a:gd name="adj2" fmla="val 32438"/>
            </a:avLst>
          </a:prstGeom>
          <a:gradFill flip="none" rotWithShape="1">
            <a:gsLst>
              <a:gs pos="0">
                <a:srgbClr val="70C4E2"/>
              </a:gs>
              <a:gs pos="50000">
                <a:srgbClr val="99CCFF"/>
              </a:gs>
              <a:gs pos="100000">
                <a:srgbClr val="CCECFF"/>
              </a:gs>
            </a:gsLst>
            <a:lin ang="16200000" scaled="1"/>
            <a:tileRect/>
          </a:gradFill>
          <a:ln>
            <a:noFill/>
          </a:ln>
          <a:effectLst>
            <a:outerShdw blurRad="50800" dist="38100" dir="5400000" rotWithShape="0">
              <a:srgbClr val="000000">
                <a:alpha val="43137"/>
              </a:srgbClr>
            </a:outerShdw>
          </a:effectLst>
          <a:scene3d>
            <a:camera prst="orthographicFront" fov="0">
              <a:rot lat="0" lon="0" rev="0"/>
            </a:camera>
            <a:lightRig rig="soft" dir="tl">
              <a:rot lat="0" lon="0" rev="20000000"/>
            </a:lightRig>
          </a:scene3d>
          <a:sp3d prstMaterial="matte">
            <a:bevelT w="63500" h="63500" prst="coolSlant"/>
          </a:sp3d>
        </p:spPr>
        <p:txBody>
          <a:bodyPr wrap="none" anchor="ctr"/>
          <a:lstStyle/>
          <a:p>
            <a:pPr algn="ctr" fontAlgn="auto">
              <a:spcBef>
                <a:spcPts val="0"/>
              </a:spcBef>
              <a:spcAft>
                <a:spcPts val="0"/>
              </a:spcAft>
              <a:defRPr/>
            </a:pPr>
            <a:r>
              <a:rPr lang="zh-CN" altLang="en-US" sz="2400" b="1" dirty="0">
                <a:latin typeface="微软雅黑" panose="020B0503020204020204" pitchFamily="34" charset="-122"/>
                <a:ea typeface="微软雅黑" panose="020B0503020204020204" pitchFamily="34" charset="-122"/>
              </a:rPr>
              <a:t>一</a:t>
            </a:r>
            <a:endParaRPr lang="zh-CN" altLang="en-US" sz="2400" b="1" dirty="0">
              <a:latin typeface="微软雅黑" panose="020B0503020204020204" pitchFamily="34" charset="-122"/>
              <a:ea typeface="微软雅黑" panose="020B0503020204020204" pitchFamily="34" charset="-122"/>
            </a:endParaRPr>
          </a:p>
        </p:txBody>
      </p:sp>
      <p:sp>
        <p:nvSpPr>
          <p:cNvPr id="12" name="圆角矩形 11"/>
          <p:cNvSpPr/>
          <p:nvPr/>
        </p:nvSpPr>
        <p:spPr bwMode="auto">
          <a:xfrm>
            <a:off x="2768702" y="2660991"/>
            <a:ext cx="4678363" cy="647700"/>
          </a:xfrm>
          <a:prstGeom prst="roundRect">
            <a:avLst>
              <a:gd name="adj" fmla="val 26124"/>
            </a:avLst>
          </a:prstGeom>
        </p:spPr>
        <p:style>
          <a:lnRef idx="1">
            <a:schemeClr val="accent2"/>
          </a:lnRef>
          <a:fillRef idx="2">
            <a:schemeClr val="accent2"/>
          </a:fillRef>
          <a:effectRef idx="1">
            <a:schemeClr val="accent2"/>
          </a:effectRef>
          <a:fontRef idx="minor">
            <a:schemeClr val="dk1"/>
          </a:fontRef>
        </p:style>
        <p:txBody>
          <a:bodyPr wrap="none" anchor="ctr"/>
          <a:lstStyle/>
          <a:p>
            <a:pPr marL="360680" lvl="1" algn="l">
              <a:spcBef>
                <a:spcPct val="20000"/>
              </a:spcBef>
              <a:buClr>
                <a:srgbClr val="FD0000"/>
              </a:buClr>
              <a:defRPr/>
            </a:pPr>
            <a:r>
              <a:rPr lang="en-US" altLang="zh-CN" sz="2000" kern="0" dirty="0">
                <a:solidFill>
                  <a:srgbClr val="000000"/>
                </a:solidFill>
                <a:sym typeface="+mn-ea"/>
              </a:rPr>
              <a:t>        SQL</a:t>
            </a:r>
            <a:r>
              <a:rPr lang="zh-CN" altLang="en-US" sz="2000" kern="0" dirty="0">
                <a:solidFill>
                  <a:srgbClr val="000000"/>
                </a:solidFill>
                <a:sym typeface="+mn-ea"/>
              </a:rPr>
              <a:t>分析</a:t>
            </a:r>
            <a:r>
              <a:rPr lang="en-US" altLang="zh-CN" sz="2000" kern="0" dirty="0">
                <a:solidFill>
                  <a:srgbClr val="000000"/>
                </a:solidFill>
                <a:sym typeface="+mn-ea"/>
              </a:rPr>
              <a:t>(</a:t>
            </a:r>
            <a:r>
              <a:rPr lang="en-US" altLang="zh-TW" sz="2000" dirty="0">
                <a:cs typeface="宋体" panose="02010600030101010101" pitchFamily="2" charset="-122"/>
                <a:sym typeface="+mn-ea"/>
              </a:rPr>
              <a:t>SET EXPLAIN</a:t>
            </a:r>
            <a:r>
              <a:rPr lang="en-US" altLang="zh-CN" sz="2000" dirty="0">
                <a:cs typeface="宋体" panose="02010600030101010101" pitchFamily="2" charset="-122"/>
                <a:sym typeface="+mn-ea"/>
              </a:rPr>
              <a:t>)</a:t>
            </a:r>
            <a:endParaRPr lang="zh-CN" altLang="en-US" sz="2000" dirty="0">
              <a:solidFill>
                <a:schemeClr val="tx1"/>
              </a:solidFill>
              <a:ea typeface="宋体" panose="02010600030101010101" pitchFamily="2" charset="-122"/>
              <a:cs typeface="Arial" panose="020B0604020202020204" pitchFamily="34" charset="0"/>
              <a:sym typeface="+mn-ea"/>
            </a:endParaRPr>
          </a:p>
        </p:txBody>
      </p:sp>
      <p:sp>
        <p:nvSpPr>
          <p:cNvPr id="13" name="AutoShape 6"/>
          <p:cNvSpPr>
            <a:spLocks noChangeArrowheads="1"/>
          </p:cNvSpPr>
          <p:nvPr/>
        </p:nvSpPr>
        <p:spPr bwMode="auto">
          <a:xfrm>
            <a:off x="1612847" y="2588500"/>
            <a:ext cx="1946760" cy="813135"/>
          </a:xfrm>
          <a:prstGeom prst="rightArrow">
            <a:avLst>
              <a:gd name="adj1" fmla="val 100000"/>
              <a:gd name="adj2" fmla="val 32438"/>
            </a:avLst>
          </a:prstGeom>
          <a:gradFill flip="none" rotWithShape="1">
            <a:gsLst>
              <a:gs pos="0">
                <a:srgbClr val="70C4E2"/>
              </a:gs>
              <a:gs pos="50000">
                <a:srgbClr val="99CCFF"/>
              </a:gs>
              <a:gs pos="100000">
                <a:srgbClr val="CCECFF"/>
              </a:gs>
            </a:gsLst>
            <a:lin ang="16200000" scaled="1"/>
            <a:tileRect/>
          </a:gradFill>
          <a:ln>
            <a:noFill/>
          </a:ln>
          <a:effectLst>
            <a:outerShdw blurRad="50800" dist="38100" dir="5400000" rotWithShape="0">
              <a:srgbClr val="000000">
                <a:alpha val="43137"/>
              </a:srgbClr>
            </a:outerShdw>
          </a:effectLst>
          <a:scene3d>
            <a:camera prst="orthographicFront" fov="0">
              <a:rot lat="0" lon="0" rev="0"/>
            </a:camera>
            <a:lightRig rig="soft" dir="tl">
              <a:rot lat="0" lon="0" rev="20000000"/>
            </a:lightRig>
          </a:scene3d>
          <a:sp3d prstMaterial="matte">
            <a:bevelT w="63500" h="63500" prst="coolSlant"/>
          </a:sp3d>
        </p:spPr>
        <p:txBody>
          <a:bodyPr wrap="none" anchor="ctr"/>
          <a:lstStyle/>
          <a:p>
            <a:pPr marL="227330" indent="-227330" algn="ctr">
              <a:spcBef>
                <a:spcPct val="20000"/>
              </a:spcBef>
              <a:buClr>
                <a:srgbClr val="FD0000"/>
              </a:buClr>
              <a:defRPr/>
            </a:pPr>
            <a:r>
              <a:rPr lang="zh-CN" altLang="en-US" sz="2400" b="1" kern="0" dirty="0">
                <a:latin typeface="微软雅黑" panose="020B0503020204020204" pitchFamily="34" charset="-122"/>
                <a:ea typeface="微软雅黑" panose="020B0503020204020204" pitchFamily="34" charset="-122"/>
              </a:rPr>
              <a:t>二</a:t>
            </a:r>
            <a:endParaRPr lang="zh-CN" altLang="en-US" sz="2400" b="1" kern="0" dirty="0">
              <a:latin typeface="微软雅黑" panose="020B0503020204020204" pitchFamily="34" charset="-122"/>
              <a:ea typeface="微软雅黑" panose="020B0503020204020204" pitchFamily="34" charset="-122"/>
            </a:endParaRPr>
          </a:p>
        </p:txBody>
      </p:sp>
      <p:sp>
        <p:nvSpPr>
          <p:cNvPr id="59" name="圆角矩形 58"/>
          <p:cNvSpPr/>
          <p:nvPr/>
        </p:nvSpPr>
        <p:spPr bwMode="auto">
          <a:xfrm>
            <a:off x="2773957" y="3481077"/>
            <a:ext cx="4678363" cy="647700"/>
          </a:xfrm>
          <a:prstGeom prst="roundRect">
            <a:avLst>
              <a:gd name="adj" fmla="val 26124"/>
            </a:avLst>
          </a:prstGeom>
        </p:spPr>
        <p:style>
          <a:lnRef idx="1">
            <a:schemeClr val="accent2"/>
          </a:lnRef>
          <a:fillRef idx="2">
            <a:schemeClr val="accent2"/>
          </a:fillRef>
          <a:effectRef idx="1">
            <a:schemeClr val="accent2"/>
          </a:effectRef>
          <a:fontRef idx="minor">
            <a:schemeClr val="dk1"/>
          </a:fontRef>
        </p:style>
        <p:txBody>
          <a:bodyPr wrap="none" anchor="ctr"/>
          <a:lstStyle/>
          <a:p>
            <a:pPr marL="360680" lvl="1" algn="ctr">
              <a:spcBef>
                <a:spcPct val="20000"/>
              </a:spcBef>
              <a:buClr>
                <a:srgbClr val="FD0000"/>
              </a:buClr>
              <a:defRPr/>
            </a:pPr>
            <a:r>
              <a:rPr lang="zh-CN" altLang="en-US" sz="2000" b="1" kern="0" dirty="0">
                <a:solidFill>
                  <a:srgbClr val="000000"/>
                </a:solidFill>
              </a:rPr>
              <a:t> </a:t>
            </a:r>
            <a:r>
              <a:rPr kumimoji="1" lang="en-US" altLang="zh-CN" sz="2000" dirty="0">
                <a:sym typeface="+mn-ea"/>
              </a:rPr>
              <a:t>SQL </a:t>
            </a:r>
            <a:r>
              <a:rPr kumimoji="1" lang="zh-CN" altLang="en-US" sz="2000" dirty="0">
                <a:sym typeface="+mn-ea"/>
              </a:rPr>
              <a:t>优化</a:t>
            </a:r>
            <a:endParaRPr lang="en-US" altLang="zh-CN" sz="2000" b="1" kern="0" dirty="0">
              <a:solidFill>
                <a:srgbClr val="000000"/>
              </a:solidFill>
            </a:endParaRPr>
          </a:p>
        </p:txBody>
      </p:sp>
      <p:sp>
        <p:nvSpPr>
          <p:cNvPr id="60" name="AutoShape 6"/>
          <p:cNvSpPr>
            <a:spLocks noChangeArrowheads="1"/>
          </p:cNvSpPr>
          <p:nvPr/>
        </p:nvSpPr>
        <p:spPr bwMode="auto">
          <a:xfrm>
            <a:off x="1618102" y="3399707"/>
            <a:ext cx="1946760" cy="813135"/>
          </a:xfrm>
          <a:prstGeom prst="rightArrow">
            <a:avLst>
              <a:gd name="adj1" fmla="val 100000"/>
              <a:gd name="adj2" fmla="val 32438"/>
            </a:avLst>
          </a:prstGeom>
          <a:gradFill flip="none" rotWithShape="1">
            <a:gsLst>
              <a:gs pos="0">
                <a:srgbClr val="70C4E2"/>
              </a:gs>
              <a:gs pos="50000">
                <a:srgbClr val="99CCFF"/>
              </a:gs>
              <a:gs pos="100000">
                <a:srgbClr val="CCECFF"/>
              </a:gs>
            </a:gsLst>
            <a:lin ang="16200000" scaled="1"/>
            <a:tileRect/>
          </a:gradFill>
          <a:ln>
            <a:noFill/>
          </a:ln>
          <a:effectLst>
            <a:outerShdw blurRad="50800" dist="38100" dir="5400000" rotWithShape="0">
              <a:srgbClr val="000000">
                <a:alpha val="43137"/>
              </a:srgbClr>
            </a:outerShdw>
          </a:effectLst>
          <a:scene3d>
            <a:camera prst="orthographicFront" fov="0">
              <a:rot lat="0" lon="0" rev="0"/>
            </a:camera>
            <a:lightRig rig="soft" dir="tl">
              <a:rot lat="0" lon="0" rev="20000000"/>
            </a:lightRig>
          </a:scene3d>
          <a:sp3d prstMaterial="matte">
            <a:bevelT w="63500" h="63500" prst="coolSlant"/>
          </a:sp3d>
        </p:spPr>
        <p:txBody>
          <a:bodyPr wrap="none" anchor="ctr"/>
          <a:lstStyle/>
          <a:p>
            <a:pPr marL="227330" indent="-227330" algn="ctr">
              <a:spcBef>
                <a:spcPct val="20000"/>
              </a:spcBef>
              <a:buClr>
                <a:srgbClr val="FD0000"/>
              </a:buClr>
              <a:defRPr/>
            </a:pPr>
            <a:r>
              <a:rPr lang="zh-CN" altLang="en-US" sz="2400" b="1" kern="0" dirty="0">
                <a:latin typeface="微软雅黑" panose="020B0503020204020204" pitchFamily="34" charset="-122"/>
                <a:ea typeface="微软雅黑" panose="020B0503020204020204" pitchFamily="34" charset="-122"/>
              </a:rPr>
              <a:t>三</a:t>
            </a:r>
            <a:endParaRPr lang="zh-CN" altLang="en-US" sz="2400" b="1" kern="0" dirty="0">
              <a:latin typeface="微软雅黑" panose="020B0503020204020204" pitchFamily="34" charset="-122"/>
              <a:ea typeface="微软雅黑" panose="020B0503020204020204" pitchFamily="34" charset="-122"/>
            </a:endParaRPr>
          </a:p>
        </p:txBody>
      </p:sp>
      <p:sp>
        <p:nvSpPr>
          <p:cNvPr id="14" name="灯片编号占位符 13"/>
          <p:cNvSpPr>
            <a:spLocks noGrp="1"/>
          </p:cNvSpPr>
          <p:nvPr>
            <p:ph type="sldNum" sz="quarter" idx="4294967295"/>
          </p:nvPr>
        </p:nvSpPr>
        <p:spPr>
          <a:xfrm>
            <a:off x="0" y="6457950"/>
            <a:ext cx="9144000" cy="365125"/>
          </a:xfrm>
          <a:prstGeom prst="rect">
            <a:avLst/>
          </a:prstGeom>
        </p:spPr>
        <p:txBody>
          <a:bodyPr/>
          <a:lstStyle/>
          <a:p>
            <a:pPr>
              <a:buClr>
                <a:srgbClr val="FD0000"/>
              </a:buClr>
              <a:defRPr/>
            </a:pPr>
            <a:fld id="{F573F9B9-ACF9-4EF4-B2EB-E3BC326B9101}" type="slidenum">
              <a:rPr lang="zh-CN" altLang="en-US" smtClean="0"/>
            </a:fld>
            <a:endParaRPr lang="zh-CN" altLang="en-US"/>
          </a:p>
        </p:txBody>
      </p:sp>
      <p:sp>
        <p:nvSpPr>
          <p:cNvPr id="15" name="标题 27"/>
          <p:cNvSpPr>
            <a:spLocks noGrp="1"/>
          </p:cNvSpPr>
          <p:nvPr>
            <p:ph type="title"/>
          </p:nvPr>
        </p:nvSpPr>
        <p:spPr>
          <a:xfrm>
            <a:off x="255588" y="244475"/>
            <a:ext cx="8620125" cy="517525"/>
          </a:xfrm>
        </p:spPr>
        <p:txBody>
          <a:bodyPr/>
          <a:lstStyle/>
          <a:p>
            <a:r>
              <a:rPr lang="zh-CN" altLang="en-US" dirty="0"/>
              <a:t>目录</a:t>
            </a:r>
            <a:endParaRPr lang="zh-CN" altLang="en-US" dirty="0"/>
          </a:p>
        </p:txBody>
      </p:sp>
    </p:spTree>
  </p:cSld>
  <p:clrMapOvr>
    <a:masterClrMapping/>
  </p:clrMapOvr>
  <p:transition>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2"/>
          <p:cNvSpPr>
            <a:spLocks noGrp="1" noChangeArrowheads="1"/>
          </p:cNvSpPr>
          <p:nvPr>
            <p:ph type="title"/>
          </p:nvPr>
        </p:nvSpPr>
        <p:spPr/>
        <p:txBody>
          <a:bodyPr/>
          <a:lstStyle/>
          <a:p>
            <a:pPr algn="l" eaLnBrk="1" hangingPunct="1"/>
            <a:r>
              <a:rPr lang="zh-CN" altLang="en-US" b="1" dirty="0">
                <a:cs typeface="宋体" panose="02010600030101010101" pitchFamily="2" charset="-122"/>
              </a:rPr>
              <a:t>跟踪</a:t>
            </a:r>
            <a:r>
              <a:rPr lang="en-US" altLang="zh-CN" b="1" dirty="0">
                <a:cs typeface="宋体" panose="02010600030101010101" pitchFamily="2" charset="-122"/>
              </a:rPr>
              <a:t>SQL</a:t>
            </a:r>
            <a:r>
              <a:rPr lang="zh-CN" altLang="en-US" b="1" dirty="0">
                <a:cs typeface="宋体" panose="02010600030101010101" pitchFamily="2" charset="-122"/>
              </a:rPr>
              <a:t>语句</a:t>
            </a:r>
            <a:r>
              <a:rPr lang="en-US" altLang="zh-CN" b="1" dirty="0">
                <a:cs typeface="宋体" panose="02010600030101010101" pitchFamily="2" charset="-122"/>
              </a:rPr>
              <a:t>(Tracing)</a:t>
            </a:r>
            <a:endParaRPr lang="en-US" altLang="zh-CN" b="1" dirty="0">
              <a:cs typeface="宋体" panose="02010600030101010101" pitchFamily="2" charset="-122"/>
            </a:endParaRPr>
          </a:p>
        </p:txBody>
      </p:sp>
      <p:sp>
        <p:nvSpPr>
          <p:cNvPr id="180227" name="Rectangle 3"/>
          <p:cNvSpPr>
            <a:spLocks noGrp="1" noChangeArrowheads="1"/>
          </p:cNvSpPr>
          <p:nvPr>
            <p:ph idx="1"/>
          </p:nvPr>
        </p:nvSpPr>
        <p:spPr>
          <a:xfrm>
            <a:off x="395605" y="1029970"/>
            <a:ext cx="7992745" cy="5016500"/>
          </a:xfrm>
        </p:spPr>
        <p:txBody>
          <a:bodyPr/>
          <a:lstStyle/>
          <a:p>
            <a:pPr marL="457200" indent="-457200" eaLnBrk="1" hangingPunct="1">
              <a:lnSpc>
                <a:spcPct val="125000"/>
              </a:lnSpc>
              <a:spcBef>
                <a:spcPct val="50000"/>
              </a:spcBef>
            </a:pPr>
            <a:r>
              <a:rPr lang="en-US" altLang="zh-CN" dirty="0">
                <a:cs typeface="宋体" panose="02010600030101010101" pitchFamily="2" charset="-122"/>
              </a:rPr>
              <a:t>SQL</a:t>
            </a:r>
            <a:r>
              <a:rPr lang="zh-CN" altLang="en-US" dirty="0">
                <a:cs typeface="宋体" panose="02010600030101010101" pitchFamily="2" charset="-122"/>
              </a:rPr>
              <a:t>跟踪</a:t>
            </a:r>
            <a:r>
              <a:rPr lang="en-US" altLang="zh-CN" dirty="0">
                <a:cs typeface="宋体" panose="02010600030101010101" pitchFamily="2" charset="-122"/>
              </a:rPr>
              <a:t> </a:t>
            </a:r>
            <a:r>
              <a:rPr lang="zh-CN" altLang="en-US" dirty="0">
                <a:cs typeface="宋体" panose="02010600030101010101" pitchFamily="2" charset="-122"/>
              </a:rPr>
              <a:t>是</a:t>
            </a:r>
            <a:r>
              <a:rPr lang="en-US" altLang="zh-CN" dirty="0">
                <a:cs typeface="宋体" panose="02010600030101010101" pitchFamily="2" charset="-122"/>
              </a:rPr>
              <a:t> 8t/Informix </a:t>
            </a:r>
            <a:r>
              <a:rPr lang="zh-CN" altLang="en-US" dirty="0">
                <a:cs typeface="宋体" panose="02010600030101010101" pitchFamily="2" charset="-122"/>
              </a:rPr>
              <a:t>的一项</a:t>
            </a:r>
            <a:r>
              <a:rPr lang="en-US" altLang="zh-CN" dirty="0">
                <a:cs typeface="宋体" panose="02010600030101010101" pitchFamily="2" charset="-122"/>
              </a:rPr>
              <a:t> SQL</a:t>
            </a:r>
            <a:r>
              <a:rPr lang="zh-CN" altLang="en-US" dirty="0">
                <a:cs typeface="宋体" panose="02010600030101010101" pitchFamily="2" charset="-122"/>
              </a:rPr>
              <a:t>指令</a:t>
            </a:r>
            <a:r>
              <a:rPr lang="en-US" altLang="zh-CN" dirty="0">
                <a:cs typeface="宋体" panose="02010600030101010101" pitchFamily="2" charset="-122"/>
              </a:rPr>
              <a:t> </a:t>
            </a:r>
            <a:r>
              <a:rPr lang="zh-CN" altLang="en-US" dirty="0">
                <a:cs typeface="宋体" panose="02010600030101010101" pitchFamily="2" charset="-122"/>
              </a:rPr>
              <a:t>性能监控功能</a:t>
            </a:r>
            <a:r>
              <a:rPr lang="zh-CN" altLang="en-US" sz="2400" dirty="0">
                <a:cs typeface="宋体" panose="02010600030101010101" pitchFamily="2" charset="-122"/>
              </a:rPr>
              <a:t>。</a:t>
            </a:r>
            <a:endParaRPr lang="zh-CN" altLang="en-US" sz="2400" dirty="0">
              <a:cs typeface="宋体" panose="02010600030101010101" pitchFamily="2" charset="-122"/>
            </a:endParaRPr>
          </a:p>
          <a:p>
            <a:pPr marL="800100" lvl="1" indent="-457200" eaLnBrk="1" hangingPunct="1">
              <a:lnSpc>
                <a:spcPct val="195000"/>
              </a:lnSpc>
              <a:spcBef>
                <a:spcPct val="50000"/>
              </a:spcBef>
              <a:buClr>
                <a:schemeClr val="accent1"/>
              </a:buClr>
              <a:buSzPct val="110000"/>
              <a:buFont typeface="Arial" panose="020B0604020202020204" pitchFamily="34" charset="0"/>
              <a:buChar char="•"/>
            </a:pPr>
            <a:r>
              <a:rPr lang="zh-CN" altLang="en-US" sz="1800" dirty="0">
                <a:cs typeface="宋体" panose="02010600030101010101" pitchFamily="2" charset="-122"/>
              </a:rPr>
              <a:t>通过配置</a:t>
            </a:r>
            <a:r>
              <a:rPr lang="en-US" altLang="zh-CN" sz="1800" dirty="0">
                <a:cs typeface="宋体" panose="02010600030101010101" pitchFamily="2" charset="-122"/>
              </a:rPr>
              <a:t>SQL</a:t>
            </a:r>
            <a:r>
              <a:rPr lang="zh-CN" altLang="en-US" sz="1800" dirty="0">
                <a:cs typeface="宋体" panose="02010600030101010101" pitchFamily="2" charset="-122"/>
              </a:rPr>
              <a:t>语句跟踪参数监控最近执行的</a:t>
            </a:r>
            <a:r>
              <a:rPr lang="en-US" altLang="zh-CN" sz="1800" dirty="0">
                <a:cs typeface="宋体" panose="02010600030101010101" pitchFamily="2" charset="-122"/>
              </a:rPr>
              <a:t>SQL</a:t>
            </a:r>
            <a:r>
              <a:rPr lang="zh-CN" altLang="en-US" sz="1800" dirty="0">
                <a:cs typeface="宋体" panose="02010600030101010101" pitchFamily="2" charset="-122"/>
              </a:rPr>
              <a:t>语句的性能</a:t>
            </a:r>
            <a:endParaRPr lang="zh-CN" altLang="en-US" sz="1800" dirty="0">
              <a:cs typeface="宋体" panose="02010600030101010101" pitchFamily="2" charset="-122"/>
            </a:endParaRPr>
          </a:p>
          <a:p>
            <a:pPr marL="800100" lvl="1" indent="-457200" eaLnBrk="1" hangingPunct="1">
              <a:lnSpc>
                <a:spcPct val="195000"/>
              </a:lnSpc>
              <a:spcBef>
                <a:spcPct val="50000"/>
              </a:spcBef>
            </a:pPr>
            <a:r>
              <a:rPr lang="zh-CN" altLang="en-US" sz="1800" dirty="0">
                <a:cs typeface="宋体" panose="02010600030101010101" pitchFamily="2" charset="-122"/>
              </a:rPr>
              <a:t>提供系统里执行的每一条</a:t>
            </a:r>
            <a:r>
              <a:rPr lang="en-US" altLang="zh-CN" sz="1800" dirty="0">
                <a:cs typeface="宋体" panose="02010600030101010101" pitchFamily="2" charset="-122"/>
              </a:rPr>
              <a:t>SQL</a:t>
            </a:r>
            <a:r>
              <a:rPr lang="zh-CN" altLang="en-US" sz="1800" dirty="0">
                <a:cs typeface="宋体" panose="02010600030101010101" pitchFamily="2" charset="-122"/>
              </a:rPr>
              <a:t>语句的统计信息</a:t>
            </a:r>
            <a:endParaRPr lang="en-US" altLang="zh-CN" sz="1800" dirty="0">
              <a:cs typeface="宋体" panose="02010600030101010101" pitchFamily="2" charset="-122"/>
            </a:endParaRPr>
          </a:p>
          <a:p>
            <a:pPr marL="800100" lvl="1" indent="-457200" eaLnBrk="1" hangingPunct="1">
              <a:lnSpc>
                <a:spcPct val="195000"/>
              </a:lnSpc>
              <a:spcBef>
                <a:spcPct val="50000"/>
              </a:spcBef>
            </a:pPr>
            <a:r>
              <a:rPr lang="zh-CN" altLang="en-US" sz="1800" dirty="0">
                <a:cs typeface="宋体" panose="02010600030101010101" pitchFamily="2" charset="-122"/>
              </a:rPr>
              <a:t>统计信息存储在可配置的环形缓冲区里</a:t>
            </a:r>
            <a:endParaRPr lang="en-US" altLang="zh-CN" sz="1800" dirty="0">
              <a:cs typeface="宋体" panose="02010600030101010101" pitchFamily="2" charset="-122"/>
            </a:endParaRPr>
          </a:p>
          <a:p>
            <a:pPr marL="800100" lvl="1" indent="-457200" eaLnBrk="1" hangingPunct="1">
              <a:lnSpc>
                <a:spcPct val="195000"/>
              </a:lnSpc>
              <a:spcBef>
                <a:spcPct val="50000"/>
              </a:spcBef>
            </a:pPr>
            <a:r>
              <a:rPr lang="zh-CN" altLang="en-US" sz="1800" dirty="0">
                <a:solidFill>
                  <a:srgbClr val="FD0000"/>
                </a:solidFill>
                <a:cs typeface="宋体" panose="02010600030101010101" pitchFamily="2" charset="-122"/>
              </a:rPr>
              <a:t>缺省</a:t>
            </a:r>
            <a:r>
              <a:rPr lang="zh-CN" altLang="en-US" sz="1800" dirty="0">
                <a:cs typeface="宋体" panose="02010600030101010101" pitchFamily="2" charset="-122"/>
              </a:rPr>
              <a:t>情况下，这个特性是</a:t>
            </a:r>
            <a:r>
              <a:rPr lang="zh-CN" altLang="en-US" sz="1800" dirty="0">
                <a:solidFill>
                  <a:srgbClr val="FD0000"/>
                </a:solidFill>
                <a:cs typeface="宋体" panose="02010600030101010101" pitchFamily="2" charset="-122"/>
              </a:rPr>
              <a:t>关闭</a:t>
            </a:r>
            <a:r>
              <a:rPr lang="zh-CN" altLang="en-US" sz="1800" dirty="0">
                <a:cs typeface="宋体" panose="02010600030101010101" pitchFamily="2" charset="-122"/>
              </a:rPr>
              <a:t>的</a:t>
            </a:r>
            <a:endParaRPr lang="en-US" altLang="zh-CN" sz="1800" dirty="0">
              <a:cs typeface="宋体" panose="02010600030101010101" pitchFamily="2" charset="-122"/>
            </a:endParaRPr>
          </a:p>
          <a:p>
            <a:pPr marL="800100" lvl="1" indent="-457200" eaLnBrk="1" hangingPunct="1">
              <a:lnSpc>
                <a:spcPct val="195000"/>
              </a:lnSpc>
              <a:spcBef>
                <a:spcPct val="50000"/>
              </a:spcBef>
            </a:pPr>
            <a:r>
              <a:rPr lang="zh-CN" altLang="en-US" sz="1800" dirty="0">
                <a:cs typeface="宋体" panose="02010600030101010101" pitchFamily="2" charset="-122"/>
              </a:rPr>
              <a:t>可以有选择的将某些用户设置为使用这个特性</a:t>
            </a:r>
            <a:endParaRPr lang="en-US" altLang="zh-CN" sz="1800" dirty="0">
              <a:cs typeface="宋体" panose="02010600030101010101" pitchFamily="2" charset="-122"/>
            </a:endParaRPr>
          </a:p>
          <a:p>
            <a:pPr marL="800100" lvl="1" indent="-457200" eaLnBrk="1" hangingPunct="1">
              <a:lnSpc>
                <a:spcPct val="195000"/>
              </a:lnSpc>
              <a:spcBef>
                <a:spcPct val="50000"/>
              </a:spcBef>
            </a:pPr>
            <a:r>
              <a:rPr lang="zh-CN" altLang="en-US" sz="1800" dirty="0">
                <a:cs typeface="宋体" panose="02010600030101010101" pitchFamily="2" charset="-122"/>
              </a:rPr>
              <a:t>可更方便的分析</a:t>
            </a:r>
            <a:r>
              <a:rPr lang="en-US" altLang="zh-CN" sz="1800" dirty="0">
                <a:cs typeface="宋体" panose="02010600030101010101" pitchFamily="2" charset="-122"/>
              </a:rPr>
              <a:t>SQL</a:t>
            </a:r>
            <a:r>
              <a:rPr lang="zh-CN" altLang="en-US" sz="1800" dirty="0">
                <a:cs typeface="宋体" panose="02010600030101010101" pitchFamily="2" charset="-122"/>
              </a:rPr>
              <a:t>语句从而更好的进行性能调优</a:t>
            </a:r>
            <a:endParaRPr lang="en-US" altLang="zh-CN" sz="1800" dirty="0">
              <a:cs typeface="宋体" panose="02010600030101010101" pitchFamily="2" charset="-122"/>
            </a:endParaRPr>
          </a:p>
        </p:txBody>
      </p:sp>
      <p:sp>
        <p:nvSpPr>
          <p:cNvPr id="4" name="灯片编号占位符 9"/>
          <p:cNvSpPr>
            <a:spLocks noGrp="1"/>
          </p:cNvSpPr>
          <p:nvPr>
            <p:ph type="sldNum" sz="quarter" idx="4294967295"/>
          </p:nvPr>
        </p:nvSpPr>
        <p:spPr>
          <a:xfrm>
            <a:off x="0" y="6457950"/>
            <a:ext cx="9144000" cy="365125"/>
          </a:xfrm>
          <a:prstGeom prst="rect">
            <a:avLst/>
          </a:prstGeom>
        </p:spPr>
        <p:txBody>
          <a:bodyPr vert="horz" wrap="square" lIns="91440" tIns="45720" rIns="91440" bIns="45720" numCol="1" anchor="ctr" anchorCtr="0" compatLnSpc="1"/>
          <a:lstStyle>
            <a:lvl1pPr algn="r">
              <a:defRPr sz="1200" b="0">
                <a:solidFill>
                  <a:schemeClr val="bg1">
                    <a:lumMod val="50000"/>
                  </a:schemeClr>
                </a:solidFill>
                <a:latin typeface="+mn-lt"/>
                <a:ea typeface="宋体" panose="02010600030101010101" pitchFamily="2" charset="-122"/>
              </a:defRPr>
            </a:lvl1pPr>
          </a:lstStyle>
          <a:p>
            <a:fld id="{84CFB1C9-13D2-4FCA-8E43-5D048D3AC9EF}" type="slidenum">
              <a:rPr kumimoji="1" lang="zh-CN" altLang="en-US" smtClean="0"/>
            </a:fld>
            <a:endParaRPr kumimoji="1" lang="zh-CN" altLang="en-US" dirty="0"/>
          </a:p>
        </p:txBody>
      </p:sp>
    </p:spTree>
  </p:cSld>
  <p:clrMapOvr>
    <a:masterClrMapping/>
  </p:clrMapOvr>
  <p:transition>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Slide Number Placeholder 5"/>
          <p:cNvSpPr txBox="1">
            <a:spLocks noGrp="1"/>
          </p:cNvSpPr>
          <p:nvPr/>
        </p:nvSpPr>
        <p:spPr bwMode="auto">
          <a:xfrm>
            <a:off x="6934200" y="6545263"/>
            <a:ext cx="2133600" cy="304800"/>
          </a:xfrm>
          <a:prstGeom prst="rect">
            <a:avLst/>
          </a:prstGeom>
          <a:noFill/>
          <a:ln>
            <a:noFill/>
          </a:ln>
        </p:spPr>
        <p:txBody>
          <a:bodyPr/>
          <a:lstStyle>
            <a:lvl1pPr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1pPr>
            <a:lvl2pPr marL="742950" indent="-28575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2pPr>
            <a:lvl3pPr marL="1143000" indent="-2286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3pPr>
            <a:lvl4pPr marL="1600200" indent="-2286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4pPr>
            <a:lvl5pPr marL="2057400" indent="-2286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5pPr>
            <a:lvl6pPr marL="2514600" indent="-2286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6pPr>
            <a:lvl7pPr marL="2971800" indent="-2286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7pPr>
            <a:lvl8pPr marL="3429000" indent="-2286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8pPr>
            <a:lvl9pPr marL="3886200" indent="-2286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9pPr>
          </a:lstStyle>
          <a:p>
            <a:pPr eaLnBrk="1" hangingPunct="1">
              <a:buClrTx/>
              <a:buFontTx/>
              <a:buNone/>
            </a:pPr>
            <a:fld id="{255E6C6A-FCA9-354C-92B6-9F45B3CE8B42}" type="slidenum">
              <a:rPr lang="en-US" altLang="zh-CN" sz="1400">
                <a:solidFill>
                  <a:srgbClr val="B2B2B2"/>
                </a:solidFill>
                <a:latin typeface="Times New Roman" panose="02020603050405020304" charset="0"/>
                <a:ea typeface="宋体" panose="02010600030101010101" pitchFamily="2" charset="-122"/>
                <a:cs typeface="宋体" panose="02010600030101010101" pitchFamily="2" charset="-122"/>
              </a:rPr>
            </a:fld>
            <a:endParaRPr lang="en-US" altLang="zh-CN" sz="1400">
              <a:solidFill>
                <a:srgbClr val="B2B2B2"/>
              </a:solidFill>
              <a:latin typeface="Times New Roman" panose="02020603050405020304" charset="0"/>
              <a:ea typeface="宋体" panose="02010600030101010101" pitchFamily="2" charset="-122"/>
              <a:cs typeface="宋体" panose="02010600030101010101" pitchFamily="2" charset="-122"/>
            </a:endParaRPr>
          </a:p>
        </p:txBody>
      </p:sp>
      <p:sp>
        <p:nvSpPr>
          <p:cNvPr id="182275" name="Rectangle 3"/>
          <p:cNvSpPr>
            <a:spLocks noChangeArrowheads="1"/>
          </p:cNvSpPr>
          <p:nvPr/>
        </p:nvSpPr>
        <p:spPr bwMode="auto">
          <a:xfrm>
            <a:off x="260350" y="703263"/>
            <a:ext cx="7977188" cy="439737"/>
          </a:xfrm>
          <a:prstGeom prst="rect">
            <a:avLst/>
          </a:prstGeom>
          <a:noFill/>
          <a:ln>
            <a:noFill/>
          </a:ln>
        </p:spPr>
        <p:txBody>
          <a:bodyPr lIns="92075" tIns="46038" rIns="92075" bIns="46038" anchor="b"/>
          <a:lstStyle/>
          <a:p>
            <a:pPr>
              <a:buClrTx/>
              <a:buFontTx/>
              <a:buNone/>
            </a:pPr>
            <a:endParaRPr lang="en-US" altLang="zh-CN" sz="3200" b="1" dirty="0">
              <a:solidFill>
                <a:schemeClr val="accent1"/>
              </a:solidFill>
              <a:ea typeface="宋体" panose="02010600030101010101" pitchFamily="2" charset="-122"/>
              <a:cs typeface="宋体" panose="02010600030101010101" pitchFamily="2" charset="-122"/>
            </a:endParaRPr>
          </a:p>
        </p:txBody>
      </p:sp>
      <p:sp>
        <p:nvSpPr>
          <p:cNvPr id="182276" name="Rectangle 4"/>
          <p:cNvSpPr>
            <a:spLocks noChangeArrowheads="1"/>
          </p:cNvSpPr>
          <p:nvPr/>
        </p:nvSpPr>
        <p:spPr bwMode="auto">
          <a:xfrm>
            <a:off x="384175" y="1179513"/>
            <a:ext cx="6931025" cy="2641600"/>
          </a:xfrm>
          <a:prstGeom prst="rect">
            <a:avLst/>
          </a:prstGeom>
          <a:noFill/>
          <a:ln>
            <a:noFill/>
          </a:ln>
        </p:spPr>
        <p:txBody>
          <a:bodyPr lIns="92075" tIns="46038" rIns="92075" bIns="46038"/>
          <a:lstStyle/>
          <a:p>
            <a:pPr marL="228600" indent="-228600">
              <a:spcBef>
                <a:spcPct val="40000"/>
              </a:spcBef>
              <a:buClr>
                <a:schemeClr val="accent2"/>
              </a:buClr>
              <a:buFont typeface="Wingdings" panose="05000000000000000000" charset="0"/>
              <a:buChar char="§"/>
            </a:pPr>
            <a:endParaRPr lang="en-US" altLang="zh-CN" dirty="0">
              <a:ea typeface="宋体" panose="02010600030101010101" pitchFamily="2" charset="-122"/>
              <a:cs typeface="宋体" panose="02010600030101010101" pitchFamily="2" charset="-122"/>
            </a:endParaRPr>
          </a:p>
        </p:txBody>
      </p:sp>
      <p:sp>
        <p:nvSpPr>
          <p:cNvPr id="182277" name="TextBox 4"/>
          <p:cNvSpPr txBox="1">
            <a:spLocks noChangeArrowheads="1"/>
          </p:cNvSpPr>
          <p:nvPr/>
        </p:nvSpPr>
        <p:spPr bwMode="auto">
          <a:xfrm>
            <a:off x="683568" y="3789040"/>
            <a:ext cx="7285037" cy="415925"/>
          </a:xfrm>
          <a:prstGeom prst="rect">
            <a:avLst/>
          </a:prstGeom>
          <a:solidFill>
            <a:schemeClr val="accent3">
              <a:lumMod val="85000"/>
            </a:schemeClr>
          </a:solidFill>
          <a:ln w="19050">
            <a:solidFill>
              <a:srgbClr val="009391"/>
            </a:solidFill>
            <a:miter lim="800000"/>
          </a:ln>
        </p:spPr>
        <p:txBody>
          <a:bodyPr>
            <a:spAutoFit/>
          </a:bodyPr>
          <a:lstStyle>
            <a:lvl1pPr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1pPr>
            <a:lvl2pPr marL="742950" indent="-28575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2pPr>
            <a:lvl3pPr marL="1143000" indent="-2286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3pPr>
            <a:lvl4pPr marL="1600200" indent="-2286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4pPr>
            <a:lvl5pPr marL="2057400" indent="-2286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5pPr>
            <a:lvl6pPr marL="2514600" indent="-2286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6pPr>
            <a:lvl7pPr marL="2971800" indent="-2286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7pPr>
            <a:lvl8pPr marL="3429000" indent="-2286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8pPr>
            <a:lvl9pPr marL="3886200" indent="-2286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9pPr>
          </a:lstStyle>
          <a:p>
            <a:pPr eaLnBrk="1" hangingPunct="1">
              <a:buClrTx/>
              <a:buFontTx/>
              <a:buNone/>
            </a:pPr>
            <a:r>
              <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level=low, </a:t>
            </a:r>
            <a:r>
              <a:rPr lang="en-US" altLang="zh-CN" sz="2000"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ntraces</a:t>
            </a:r>
            <a:r>
              <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=10000,size=10,mode= global</a:t>
            </a:r>
            <a:endPar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82278" name="TextBox 5"/>
          <p:cNvSpPr txBox="1">
            <a:spLocks noChangeArrowheads="1"/>
          </p:cNvSpPr>
          <p:nvPr/>
        </p:nvSpPr>
        <p:spPr bwMode="auto">
          <a:xfrm>
            <a:off x="755576" y="5445224"/>
            <a:ext cx="7285037" cy="660400"/>
          </a:xfrm>
          <a:prstGeom prst="rect">
            <a:avLst/>
          </a:prstGeom>
          <a:solidFill>
            <a:srgbClr val="D9D9D9"/>
          </a:solidFill>
          <a:ln w="19050">
            <a:solidFill>
              <a:srgbClr val="009391"/>
            </a:solidFill>
            <a:miter lim="800000"/>
          </a:ln>
        </p:spPr>
        <p:txBody>
          <a:bodyPr>
            <a:spAutoFit/>
          </a:bodyPr>
          <a:lstStyle>
            <a:lvl1pPr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1pPr>
            <a:lvl2pPr marL="742950" indent="-28575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2pPr>
            <a:lvl3pPr marL="1143000" indent="-2286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3pPr>
            <a:lvl4pPr marL="1600200" indent="-2286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4pPr>
            <a:lvl5pPr marL="2057400" indent="-2286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5pPr>
            <a:lvl6pPr marL="2514600" indent="-2286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6pPr>
            <a:lvl7pPr marL="2971800" indent="-2286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7pPr>
            <a:lvl8pPr marL="3429000" indent="-2286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8pPr>
            <a:lvl9pPr marL="3886200" indent="-2286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9pPr>
          </a:lstStyle>
          <a:p>
            <a:pPr eaLnBrk="1" hangingPunct="1">
              <a:buClrTx/>
              <a:buFontTx/>
              <a:buNone/>
            </a:pPr>
            <a:r>
              <a:rPr lang="en-US" altLang="zh-CN" sz="18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EXECUTE FUNCTION task(’ SET SQL TRACING OFF');</a:t>
            </a:r>
            <a:endParaRPr lang="en-US" altLang="zh-CN" sz="18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buClrTx/>
              <a:buFontTx/>
              <a:buNone/>
            </a:pPr>
            <a:r>
              <a:rPr lang="en-US" altLang="zh-CN" sz="18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EXECUTE FUNCTION task(’ SET SQL TRACING ON');</a:t>
            </a:r>
            <a:endParaRPr lang="en-US" altLang="zh-CN" sz="18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82279" name="Rectangle 4"/>
          <p:cNvSpPr>
            <a:spLocks noChangeArrowheads="1"/>
          </p:cNvSpPr>
          <p:nvPr/>
        </p:nvSpPr>
        <p:spPr bwMode="auto">
          <a:xfrm>
            <a:off x="374650" y="4595813"/>
            <a:ext cx="6931025" cy="508000"/>
          </a:xfrm>
          <a:prstGeom prst="rect">
            <a:avLst/>
          </a:prstGeom>
          <a:noFill/>
          <a:ln>
            <a:noFill/>
          </a:ln>
        </p:spPr>
        <p:txBody>
          <a:bodyPr lIns="92075" tIns="46038" rIns="92075" bIns="46038"/>
          <a:lstStyle/>
          <a:p>
            <a:pPr marL="228600" indent="-228600">
              <a:spcBef>
                <a:spcPct val="40000"/>
              </a:spcBef>
              <a:buClr>
                <a:schemeClr val="accent2"/>
              </a:buClr>
              <a:buFont typeface="Wingdings" panose="05000000000000000000" charset="0"/>
              <a:buChar char="§"/>
            </a:pPr>
            <a:endParaRPr lang="en-US" altLang="zh-CN" dirty="0">
              <a:latin typeface="Times New Roman" panose="02020603050405020304" charset="0"/>
              <a:ea typeface="宋体" panose="02010600030101010101" pitchFamily="2" charset="-122"/>
              <a:cs typeface="宋体" panose="02010600030101010101" pitchFamily="2" charset="-122"/>
            </a:endParaRPr>
          </a:p>
        </p:txBody>
      </p:sp>
      <p:sp>
        <p:nvSpPr>
          <p:cNvPr id="8" name="标题 7"/>
          <p:cNvSpPr>
            <a:spLocks noGrp="1"/>
          </p:cNvSpPr>
          <p:nvPr>
            <p:ph type="title"/>
          </p:nvPr>
        </p:nvSpPr>
        <p:spPr/>
        <p:txBody>
          <a:bodyPr/>
          <a:lstStyle/>
          <a:p>
            <a:r>
              <a:rPr lang="zh-CN" altLang="en-US" dirty="0">
                <a:cs typeface="宋体" panose="02010600030101010101" pitchFamily="2" charset="-122"/>
              </a:rPr>
              <a:t>手动跟踪</a:t>
            </a:r>
            <a:r>
              <a:rPr lang="en-US" altLang="zh-CN" dirty="0">
                <a:cs typeface="宋体" panose="02010600030101010101" pitchFamily="2" charset="-122"/>
              </a:rPr>
              <a:t>SQL (I)</a:t>
            </a:r>
            <a:br>
              <a:rPr lang="en-US" altLang="zh-CN" dirty="0">
                <a:cs typeface="宋体" panose="02010600030101010101" pitchFamily="2" charset="-122"/>
              </a:rPr>
            </a:br>
            <a:endParaRPr lang="zh-CN" altLang="en-US" dirty="0"/>
          </a:p>
        </p:txBody>
      </p:sp>
      <p:sp>
        <p:nvSpPr>
          <p:cNvPr id="9" name="内容占位符 8"/>
          <p:cNvSpPr>
            <a:spLocks noGrp="1"/>
          </p:cNvSpPr>
          <p:nvPr>
            <p:ph idx="1"/>
          </p:nvPr>
        </p:nvSpPr>
        <p:spPr>
          <a:xfrm>
            <a:off x="706958" y="980728"/>
            <a:ext cx="7537450" cy="2520280"/>
          </a:xfrm>
          <a:noFill/>
        </p:spPr>
        <p:txBody>
          <a:bodyPr/>
          <a:lstStyle/>
          <a:p>
            <a:pPr marL="228600" indent="-228600">
              <a:spcBef>
                <a:spcPct val="40000"/>
              </a:spcBef>
            </a:pPr>
            <a:r>
              <a:rPr kumimoji="1" lang="en-US" altLang="zh-CN" dirty="0">
                <a:cs typeface="微软雅黑" panose="020B0503020204020204" pitchFamily="34" charset="-122"/>
              </a:rPr>
              <a:t>SQL</a:t>
            </a:r>
            <a:r>
              <a:rPr lang="zh-CN" altLang="en-US" dirty="0">
                <a:cs typeface="微软雅黑" panose="020B0503020204020204" pitchFamily="34" charset="-122"/>
              </a:rPr>
              <a:t>跟踪</a:t>
            </a:r>
            <a:r>
              <a:rPr lang="en-US" altLang="zh-CN" dirty="0">
                <a:cs typeface="微软雅黑" panose="020B0503020204020204" pitchFamily="34" charset="-122"/>
              </a:rPr>
              <a:t> </a:t>
            </a:r>
            <a:r>
              <a:rPr lang="zh-CN" altLang="en-US" dirty="0">
                <a:cs typeface="微软雅黑" panose="020B0503020204020204" pitchFamily="34" charset="-122"/>
              </a:rPr>
              <a:t>可以手动设定，再从</a:t>
            </a:r>
            <a:r>
              <a:rPr lang="en-US" altLang="zh-CN" dirty="0">
                <a:cs typeface="微软雅黑" panose="020B0503020204020204" pitchFamily="34" charset="-122"/>
              </a:rPr>
              <a:t> OAT </a:t>
            </a:r>
            <a:r>
              <a:rPr lang="zh-CN" altLang="en-US" dirty="0">
                <a:cs typeface="微软雅黑" panose="020B0503020204020204" pitchFamily="34" charset="-122"/>
              </a:rPr>
              <a:t>更新</a:t>
            </a:r>
            <a:endParaRPr kumimoji="1" lang="en-US" altLang="zh-CN" dirty="0">
              <a:cs typeface="微软雅黑" panose="020B0503020204020204" pitchFamily="34" charset="-122"/>
            </a:endParaRPr>
          </a:p>
          <a:p>
            <a:pPr marL="228600" indent="-228600">
              <a:spcBef>
                <a:spcPct val="40000"/>
              </a:spcBef>
            </a:pPr>
            <a:r>
              <a:rPr kumimoji="1" lang="en-US" altLang="zh-CN" dirty="0">
                <a:cs typeface="微软雅黑" panose="020B0503020204020204" pitchFamily="34" charset="-122"/>
              </a:rPr>
              <a:t>SQL</a:t>
            </a:r>
            <a:r>
              <a:rPr lang="zh-CN" altLang="en-US" dirty="0">
                <a:cs typeface="微软雅黑" panose="020B0503020204020204" pitchFamily="34" charset="-122"/>
              </a:rPr>
              <a:t>跟踪在</a:t>
            </a:r>
            <a:r>
              <a:rPr lang="en-US" altLang="zh-CN" dirty="0">
                <a:cs typeface="微软雅黑" panose="020B0503020204020204" pitchFamily="34" charset="-122"/>
              </a:rPr>
              <a:t> </a:t>
            </a:r>
            <a:r>
              <a:rPr lang="en-US" altLang="zh-CN" dirty="0">
                <a:cs typeface="宋体" panose="02010600030101010101" pitchFamily="2" charset="-122"/>
              </a:rPr>
              <a:t>ONCONFIG</a:t>
            </a:r>
            <a:r>
              <a:rPr lang="zh-CN" altLang="en-US" dirty="0">
                <a:cs typeface="宋体" panose="02010600030101010101" pitchFamily="2" charset="-122"/>
              </a:rPr>
              <a:t>参数</a:t>
            </a:r>
            <a:r>
              <a:rPr lang="en-US" altLang="zh-CN" dirty="0">
                <a:cs typeface="宋体" panose="02010600030101010101" pitchFamily="2" charset="-122"/>
              </a:rPr>
              <a:t>: SQLTRACE</a:t>
            </a:r>
            <a:endParaRPr lang="en-US" altLang="zh-CN" dirty="0">
              <a:cs typeface="宋体" panose="02010600030101010101" pitchFamily="2" charset="-122"/>
            </a:endParaRPr>
          </a:p>
          <a:p>
            <a:pPr marL="685800" lvl="1">
              <a:spcBef>
                <a:spcPct val="40000"/>
              </a:spcBef>
            </a:pPr>
            <a:r>
              <a:rPr lang="en-US" altLang="zh-CN" sz="1800" dirty="0">
                <a:cs typeface="宋体" panose="02010600030101010101" pitchFamily="2" charset="-122"/>
              </a:rPr>
              <a:t>level = [off, low, med, high]</a:t>
            </a:r>
            <a:endParaRPr lang="en-US" altLang="zh-CN" sz="1800" dirty="0">
              <a:cs typeface="宋体" panose="02010600030101010101" pitchFamily="2" charset="-122"/>
            </a:endParaRPr>
          </a:p>
          <a:p>
            <a:pPr marL="685800" lvl="1">
              <a:spcBef>
                <a:spcPct val="40000"/>
              </a:spcBef>
            </a:pPr>
            <a:r>
              <a:rPr lang="en-US" altLang="zh-CN" sz="1800" dirty="0" err="1">
                <a:cs typeface="宋体" panose="02010600030101010101" pitchFamily="2" charset="-122"/>
              </a:rPr>
              <a:t>ntraces</a:t>
            </a:r>
            <a:r>
              <a:rPr lang="en-US" altLang="zh-CN" sz="1800" dirty="0">
                <a:cs typeface="宋体" panose="02010600030101010101" pitchFamily="2" charset="-122"/>
              </a:rPr>
              <a:t> = [</a:t>
            </a:r>
            <a:r>
              <a:rPr lang="zh-CN" altLang="en-US" sz="1800" dirty="0">
                <a:cs typeface="宋体" panose="02010600030101010101" pitchFamily="2" charset="-122"/>
              </a:rPr>
              <a:t>跟踪的</a:t>
            </a:r>
            <a:r>
              <a:rPr lang="en-US" altLang="zh-CN" sz="1800" dirty="0">
                <a:cs typeface="宋体" panose="02010600030101010101" pitchFamily="2" charset="-122"/>
              </a:rPr>
              <a:t>SQL</a:t>
            </a:r>
            <a:r>
              <a:rPr lang="zh-CN" altLang="en-US" sz="1800" dirty="0">
                <a:cs typeface="宋体" panose="02010600030101010101" pitchFamily="2" charset="-122"/>
              </a:rPr>
              <a:t>语句的数量</a:t>
            </a:r>
            <a:r>
              <a:rPr lang="en-US" altLang="zh-CN" sz="1800" dirty="0">
                <a:cs typeface="宋体" panose="02010600030101010101" pitchFamily="2" charset="-122"/>
              </a:rPr>
              <a:t>]</a:t>
            </a:r>
            <a:endParaRPr lang="en-US" altLang="zh-CN" sz="1800" dirty="0">
              <a:cs typeface="宋体" panose="02010600030101010101" pitchFamily="2" charset="-122"/>
            </a:endParaRPr>
          </a:p>
          <a:p>
            <a:pPr marL="685800" lvl="1">
              <a:spcBef>
                <a:spcPct val="40000"/>
              </a:spcBef>
            </a:pPr>
            <a:r>
              <a:rPr lang="en-US" altLang="zh-CN" sz="1800" dirty="0">
                <a:cs typeface="宋体" panose="02010600030101010101" pitchFamily="2" charset="-122"/>
              </a:rPr>
              <a:t>size = [</a:t>
            </a:r>
            <a:r>
              <a:rPr lang="zh-CN" altLang="en-US" sz="1800" dirty="0">
                <a:cs typeface="宋体" panose="02010600030101010101" pitchFamily="2" charset="-122"/>
              </a:rPr>
              <a:t>每个跟踪缓冲区的大小，以</a:t>
            </a:r>
            <a:r>
              <a:rPr lang="en-US" altLang="zh-CN" sz="1800" dirty="0">
                <a:cs typeface="宋体" panose="02010600030101010101" pitchFamily="2" charset="-122"/>
              </a:rPr>
              <a:t>KB</a:t>
            </a:r>
            <a:r>
              <a:rPr lang="zh-CN" altLang="en-US" sz="1800" dirty="0">
                <a:cs typeface="宋体" panose="02010600030101010101" pitchFamily="2" charset="-122"/>
              </a:rPr>
              <a:t>为单位</a:t>
            </a:r>
            <a:r>
              <a:rPr lang="en-US" altLang="zh-CN" sz="1800" dirty="0">
                <a:cs typeface="宋体" panose="02010600030101010101" pitchFamily="2" charset="-122"/>
              </a:rPr>
              <a:t>]</a:t>
            </a:r>
            <a:endParaRPr lang="en-US" altLang="zh-CN" sz="1800" dirty="0">
              <a:cs typeface="宋体" panose="02010600030101010101" pitchFamily="2" charset="-122"/>
            </a:endParaRPr>
          </a:p>
          <a:p>
            <a:pPr marL="685800" lvl="1">
              <a:spcBef>
                <a:spcPct val="40000"/>
              </a:spcBef>
            </a:pPr>
            <a:r>
              <a:rPr lang="en-US" altLang="zh-CN" sz="1800" dirty="0">
                <a:cs typeface="宋体" panose="02010600030101010101" pitchFamily="2" charset="-122"/>
              </a:rPr>
              <a:t>mode = [global, user]</a:t>
            </a:r>
            <a:endParaRPr lang="en-US" altLang="zh-CN" sz="1800" dirty="0">
              <a:ea typeface="宋体" panose="02010600030101010101" pitchFamily="2" charset="-122"/>
              <a:cs typeface="宋体" panose="02010600030101010101" pitchFamily="2" charset="-122"/>
            </a:endParaRPr>
          </a:p>
          <a:p>
            <a:pPr marL="685800" lvl="1">
              <a:spcBef>
                <a:spcPct val="40000"/>
              </a:spcBef>
            </a:pPr>
            <a:endParaRPr lang="en-US" altLang="zh-CN" dirty="0">
              <a:ea typeface="宋体" panose="02010600030101010101" pitchFamily="2" charset="-122"/>
              <a:cs typeface="宋体" panose="02010600030101010101" pitchFamily="2" charset="-122"/>
            </a:endParaRPr>
          </a:p>
          <a:p>
            <a:pPr marL="457200" lvl="1" indent="0">
              <a:spcBef>
                <a:spcPct val="40000"/>
              </a:spcBef>
              <a:buNone/>
            </a:pPr>
            <a:endParaRPr lang="en-US" altLang="zh-CN" dirty="0">
              <a:ea typeface="宋体" panose="02010600030101010101" pitchFamily="2" charset="-122"/>
              <a:cs typeface="宋体" panose="02010600030101010101" pitchFamily="2" charset="-122"/>
            </a:endParaRPr>
          </a:p>
          <a:p>
            <a:pPr marL="457200" lvl="1" indent="0">
              <a:spcBef>
                <a:spcPct val="40000"/>
              </a:spcBef>
              <a:buNone/>
            </a:pPr>
            <a:endParaRPr lang="en-US" altLang="zh-CN" dirty="0">
              <a:ea typeface="宋体" panose="02010600030101010101" pitchFamily="2" charset="-122"/>
              <a:cs typeface="宋体" panose="02010600030101010101" pitchFamily="2" charset="-122"/>
            </a:endParaRPr>
          </a:p>
          <a:p>
            <a:pPr marL="457200" lvl="1" indent="0">
              <a:spcBef>
                <a:spcPct val="40000"/>
              </a:spcBef>
              <a:buNone/>
            </a:pPr>
            <a:endParaRPr lang="en-US" altLang="zh-CN" dirty="0">
              <a:ea typeface="宋体" panose="02010600030101010101" pitchFamily="2" charset="-122"/>
              <a:cs typeface="宋体" panose="02010600030101010101" pitchFamily="2" charset="-122"/>
            </a:endParaRPr>
          </a:p>
          <a:p>
            <a:pPr marL="342900" lvl="1" indent="-342900">
              <a:spcBef>
                <a:spcPct val="40000"/>
              </a:spcBef>
            </a:pPr>
            <a:r>
              <a:rPr lang="zh-CN" altLang="en-US" sz="2000" dirty="0">
                <a:cs typeface="微软雅黑" panose="020B0503020204020204" pitchFamily="34" charset="-122"/>
              </a:rPr>
              <a:t>手动</a:t>
            </a:r>
            <a:r>
              <a:rPr lang="zh-CN" altLang="en-US" sz="2000" dirty="0">
                <a:cs typeface="宋体" panose="02010600030101010101" pitchFamily="2" charset="-122"/>
              </a:rPr>
              <a:t>关闭和打开</a:t>
            </a:r>
            <a:r>
              <a:rPr lang="en-US" altLang="zh-CN" sz="2000" dirty="0">
                <a:cs typeface="宋体" panose="02010600030101010101" pitchFamily="2" charset="-122"/>
              </a:rPr>
              <a:t>SQL</a:t>
            </a:r>
            <a:r>
              <a:rPr lang="zh-CN" altLang="en-US" sz="2000" dirty="0">
                <a:cs typeface="宋体" panose="02010600030101010101" pitchFamily="2" charset="-122"/>
              </a:rPr>
              <a:t>跟踪</a:t>
            </a:r>
            <a:endParaRPr lang="en-US" altLang="zh-CN" sz="2000" dirty="0">
              <a:cs typeface="宋体" panose="02010600030101010101" pitchFamily="2" charset="-122"/>
            </a:endParaRPr>
          </a:p>
          <a:p>
            <a:pPr marL="685800" lvl="1">
              <a:spcBef>
                <a:spcPct val="40000"/>
              </a:spcBef>
              <a:buClr>
                <a:schemeClr val="accent2"/>
              </a:buClr>
              <a:buNone/>
            </a:pPr>
            <a:endParaRPr lang="en-US" altLang="zh-CN" dirty="0">
              <a:ea typeface="宋体" panose="02010600030101010101" pitchFamily="2" charset="-122"/>
              <a:cs typeface="宋体" panose="02010600030101010101" pitchFamily="2" charset="-122"/>
            </a:endParaRPr>
          </a:p>
          <a:p>
            <a:endParaRPr lang="zh-CN" altLang="en-US" dirty="0"/>
          </a:p>
        </p:txBody>
      </p:sp>
      <p:sp>
        <p:nvSpPr>
          <p:cNvPr id="10" name="灯片编号占位符 9"/>
          <p:cNvSpPr>
            <a:spLocks noGrp="1"/>
          </p:cNvSpPr>
          <p:nvPr>
            <p:ph type="sldNum" sz="quarter" idx="4294967295"/>
          </p:nvPr>
        </p:nvSpPr>
        <p:spPr>
          <a:xfrm>
            <a:off x="0" y="6457950"/>
            <a:ext cx="9144000" cy="365125"/>
          </a:xfrm>
          <a:prstGeom prst="rect">
            <a:avLst/>
          </a:prstGeom>
        </p:spPr>
        <p:txBody>
          <a:bodyPr vert="horz" wrap="square" lIns="91440" tIns="45720" rIns="91440" bIns="45720" numCol="1" anchor="ctr" anchorCtr="0" compatLnSpc="1"/>
          <a:lstStyle>
            <a:lvl1pPr algn="r">
              <a:defRPr sz="1200" b="0">
                <a:solidFill>
                  <a:schemeClr val="bg1">
                    <a:lumMod val="50000"/>
                  </a:schemeClr>
                </a:solidFill>
                <a:latin typeface="+mn-lt"/>
                <a:ea typeface="宋体" panose="02010600030101010101" pitchFamily="2" charset="-122"/>
              </a:defRPr>
            </a:lvl1pPr>
          </a:lstStyle>
          <a:p>
            <a:fld id="{84CFB1C9-13D2-4FCA-8E43-5D048D3AC9EF}" type="slidenum">
              <a:rPr kumimoji="1" lang="zh-CN" altLang="en-US" smtClean="0"/>
            </a:fld>
            <a:endParaRPr kumimoji="1" lang="zh-CN" altLang="en-US" dirty="0"/>
          </a:p>
        </p:txBody>
      </p:sp>
    </p:spTree>
  </p:cSld>
  <p:clrMapOvr>
    <a:masterClrMapping/>
  </p:clrMapOvr>
  <p:transition>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Slide Number Placeholder 5"/>
          <p:cNvSpPr txBox="1">
            <a:spLocks noGrp="1"/>
          </p:cNvSpPr>
          <p:nvPr/>
        </p:nvSpPr>
        <p:spPr bwMode="auto">
          <a:xfrm>
            <a:off x="6934200" y="6545263"/>
            <a:ext cx="2133600" cy="304800"/>
          </a:xfrm>
          <a:prstGeom prst="rect">
            <a:avLst/>
          </a:prstGeom>
          <a:noFill/>
          <a:ln>
            <a:noFill/>
          </a:ln>
        </p:spPr>
        <p:txBody>
          <a:bodyPr/>
          <a:lstStyle>
            <a:lvl1pPr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1pPr>
            <a:lvl2pPr marL="742950" indent="-28575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2pPr>
            <a:lvl3pPr marL="1143000" indent="-2286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3pPr>
            <a:lvl4pPr marL="1600200" indent="-2286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4pPr>
            <a:lvl5pPr marL="2057400" indent="-2286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5pPr>
            <a:lvl6pPr marL="2514600" indent="-2286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6pPr>
            <a:lvl7pPr marL="2971800" indent="-2286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7pPr>
            <a:lvl8pPr marL="3429000" indent="-2286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8pPr>
            <a:lvl9pPr marL="3886200" indent="-2286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9pPr>
          </a:lstStyle>
          <a:p>
            <a:pPr eaLnBrk="1" hangingPunct="1">
              <a:buClrTx/>
              <a:buFontTx/>
              <a:buNone/>
            </a:pPr>
            <a:fld id="{78452C26-1F28-4F4C-9C16-62E0262020F8}" type="slidenum">
              <a:rPr lang="en-US" altLang="zh-CN" sz="1400">
                <a:solidFill>
                  <a:srgbClr val="B2B2B2"/>
                </a:solidFill>
                <a:latin typeface="Times New Roman" panose="02020603050405020304" charset="0"/>
                <a:ea typeface="宋体" panose="02010600030101010101" pitchFamily="2" charset="-122"/>
                <a:cs typeface="宋体" panose="02010600030101010101" pitchFamily="2" charset="-122"/>
              </a:rPr>
            </a:fld>
            <a:endParaRPr lang="en-US" altLang="zh-CN" sz="1400">
              <a:solidFill>
                <a:srgbClr val="B2B2B2"/>
              </a:solidFill>
              <a:latin typeface="Times New Roman" panose="02020603050405020304" charset="0"/>
              <a:ea typeface="宋体" panose="02010600030101010101" pitchFamily="2" charset="-122"/>
              <a:cs typeface="宋体" panose="02010600030101010101" pitchFamily="2" charset="-122"/>
            </a:endParaRPr>
          </a:p>
        </p:txBody>
      </p:sp>
      <p:sp>
        <p:nvSpPr>
          <p:cNvPr id="184323" name="Rectangle 3"/>
          <p:cNvSpPr>
            <a:spLocks noChangeArrowheads="1"/>
          </p:cNvSpPr>
          <p:nvPr/>
        </p:nvSpPr>
        <p:spPr bwMode="auto">
          <a:xfrm>
            <a:off x="260350" y="685800"/>
            <a:ext cx="8070850" cy="439738"/>
          </a:xfrm>
          <a:prstGeom prst="rect">
            <a:avLst/>
          </a:prstGeom>
          <a:noFill/>
          <a:ln>
            <a:noFill/>
          </a:ln>
        </p:spPr>
        <p:txBody>
          <a:bodyPr lIns="92075" tIns="46038" rIns="92075" bIns="46038" anchor="b"/>
          <a:lstStyle/>
          <a:p>
            <a:pPr>
              <a:buClrTx/>
              <a:buFontTx/>
              <a:buNone/>
            </a:pPr>
            <a:endParaRPr lang="en-US" altLang="zh-CN" sz="3200" b="1" dirty="0">
              <a:solidFill>
                <a:schemeClr val="accent1"/>
              </a:solidFill>
              <a:ea typeface="宋体" panose="02010600030101010101" pitchFamily="2" charset="-122"/>
              <a:cs typeface="宋体" panose="02010600030101010101" pitchFamily="2" charset="-122"/>
            </a:endParaRPr>
          </a:p>
        </p:txBody>
      </p:sp>
      <p:sp>
        <p:nvSpPr>
          <p:cNvPr id="184324" name="Rectangle 4"/>
          <p:cNvSpPr>
            <a:spLocks noChangeArrowheads="1"/>
          </p:cNvSpPr>
          <p:nvPr/>
        </p:nvSpPr>
        <p:spPr bwMode="auto">
          <a:xfrm>
            <a:off x="384175" y="1263650"/>
            <a:ext cx="8116888" cy="1936750"/>
          </a:xfrm>
          <a:prstGeom prst="rect">
            <a:avLst/>
          </a:prstGeom>
          <a:noFill/>
          <a:ln>
            <a:noFill/>
          </a:ln>
        </p:spPr>
        <p:txBody>
          <a:bodyPr lIns="92075" tIns="46038" rIns="92075" bIns="46038"/>
          <a:lstStyle/>
          <a:p>
            <a:pPr marL="228600" indent="-228600">
              <a:spcBef>
                <a:spcPct val="40000"/>
              </a:spcBef>
              <a:buClr>
                <a:schemeClr val="accent2"/>
              </a:buClr>
              <a:buFont typeface="Wingdings" panose="05000000000000000000" charset="0"/>
              <a:buChar char="§"/>
            </a:pPr>
            <a:endParaRPr lang="en-US" altLang="zh-CN" sz="2000" dirty="0">
              <a:ea typeface="宋体" panose="02010600030101010101" pitchFamily="2" charset="-122"/>
              <a:cs typeface="宋体" panose="02010600030101010101" pitchFamily="2" charset="-122"/>
            </a:endParaRPr>
          </a:p>
        </p:txBody>
      </p:sp>
      <p:sp>
        <p:nvSpPr>
          <p:cNvPr id="184325" name="TextBox 4"/>
          <p:cNvSpPr txBox="1">
            <a:spLocks noChangeArrowheads="1"/>
          </p:cNvSpPr>
          <p:nvPr/>
        </p:nvSpPr>
        <p:spPr bwMode="auto">
          <a:xfrm>
            <a:off x="611505" y="4580890"/>
            <a:ext cx="7499350" cy="1207770"/>
          </a:xfrm>
          <a:prstGeom prst="rect">
            <a:avLst/>
          </a:prstGeom>
          <a:solidFill>
            <a:srgbClr val="D9D9D9"/>
          </a:solidFill>
          <a:ln w="19050">
            <a:solidFill>
              <a:schemeClr val="tx1"/>
            </a:solidFill>
            <a:miter lim="800000"/>
          </a:ln>
        </p:spPr>
        <p:txBody>
          <a:bodyPr wrap="square">
            <a:spAutoFit/>
          </a:bodyPr>
          <a:lstStyle>
            <a:lvl1pPr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1pPr>
            <a:lvl2pPr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2pPr>
            <a:lvl3pPr marL="1143000" indent="-2286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3pPr>
            <a:lvl4pPr marL="1600200" indent="-2286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4pPr>
            <a:lvl5pPr marL="2057400" indent="-2286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5pPr>
            <a:lvl6pPr marL="2514600" indent="-2286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6pPr>
            <a:lvl7pPr marL="2971800" indent="-2286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7pPr>
            <a:lvl8pPr marL="3429000" indent="-2286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8pPr>
            <a:lvl9pPr marL="3886200" indent="-2286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9pPr>
          </a:lstStyle>
          <a:p>
            <a:pPr eaLnBrk="1" hangingPunct="1">
              <a:buClrTx/>
              <a:buFontTx/>
              <a:buNone/>
            </a:pPr>
            <a:r>
              <a:rPr lang="en-US" altLang="zh-CN" sz="1800" i="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Example : SQL trace information for a particular statement</a:t>
            </a:r>
            <a:endParaRPr lang="en-US" altLang="zh-CN" sz="1800" i="1">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lvl="1" eaLnBrk="1" hangingPunct="1">
              <a:buClrTx/>
              <a:buFontTx/>
              <a:buNone/>
            </a:pPr>
            <a:r>
              <a:rPr lang="en-US" altLang="zh-CN" sz="18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database sysmaster;</a:t>
            </a:r>
            <a:endParaRPr lang="en-US" altLang="zh-CN" sz="180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lvl="1" eaLnBrk="1" hangingPunct="1">
              <a:buClrTx/>
              <a:buFontTx/>
              <a:buNone/>
            </a:pPr>
            <a:r>
              <a:rPr lang="en-US" altLang="zh-CN" sz="18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select * from syssqltrace a, syssqltrace_iter b </a:t>
            </a:r>
            <a:endParaRPr lang="en-US" altLang="zh-CN" sz="180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lvl="1" eaLnBrk="1" hangingPunct="1">
              <a:buClrTx/>
              <a:buFontTx/>
              <a:buNone/>
            </a:pPr>
            <a:r>
              <a:rPr lang="en-US" altLang="zh-CN" sz="18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where a.sql_id =b.sql_id and a.sql_id=329;</a:t>
            </a:r>
            <a:endParaRPr lang="en-US" altLang="zh-CN" sz="180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84326" name="TextBox 5"/>
          <p:cNvSpPr txBox="1">
            <a:spLocks noChangeArrowheads="1"/>
          </p:cNvSpPr>
          <p:nvPr/>
        </p:nvSpPr>
        <p:spPr bwMode="auto">
          <a:xfrm>
            <a:off x="610870" y="3284220"/>
            <a:ext cx="7499985" cy="933450"/>
          </a:xfrm>
          <a:prstGeom prst="rect">
            <a:avLst/>
          </a:prstGeom>
          <a:solidFill>
            <a:schemeClr val="accent3">
              <a:lumMod val="85000"/>
            </a:schemeClr>
          </a:solidFill>
          <a:ln w="19050">
            <a:solidFill>
              <a:schemeClr val="tx1"/>
            </a:solidFill>
            <a:miter lim="800000"/>
          </a:ln>
        </p:spPr>
        <p:txBody>
          <a:bodyPr wrap="square">
            <a:spAutoFit/>
          </a:bodyPr>
          <a:lstStyle>
            <a:lvl1pPr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1pPr>
            <a:lvl2pPr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2pPr>
            <a:lvl3pPr marL="1143000" indent="-2286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3pPr>
            <a:lvl4pPr marL="1600200" indent="-2286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4pPr>
            <a:lvl5pPr marL="2057400" indent="-2286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5pPr>
            <a:lvl6pPr marL="2514600" indent="-2286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6pPr>
            <a:lvl7pPr marL="2971800" indent="-2286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7pPr>
            <a:lvl8pPr marL="3429000" indent="-2286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8pPr>
            <a:lvl9pPr marL="3886200" indent="-2286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9pPr>
          </a:lstStyle>
          <a:p>
            <a:pPr eaLnBrk="1" hangingPunct="1">
              <a:buClrTx/>
              <a:buFontTx/>
              <a:buNone/>
            </a:pPr>
            <a:r>
              <a:rPr lang="en-US" altLang="zh-CN" sz="1800" i="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Example : Seek the of queries that ran &gt; 2 seconds</a:t>
            </a:r>
            <a:endParaRPr lang="en-US" altLang="zh-CN" sz="1800" i="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lvl="1" eaLnBrk="1" hangingPunct="1">
              <a:buClrTx/>
              <a:buFontTx/>
              <a:buNone/>
            </a:pPr>
            <a:r>
              <a:rPr lang="en-US" altLang="zh-CN" sz="18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database </a:t>
            </a:r>
            <a:r>
              <a:rPr lang="en-US" altLang="zh-CN" sz="1800"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sysmaster</a:t>
            </a:r>
            <a:r>
              <a:rPr lang="en-US" altLang="zh-CN" sz="18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800" i="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lvl="1" eaLnBrk="1" hangingPunct="1">
              <a:buClrTx/>
              <a:buFontTx/>
              <a:buNone/>
            </a:pPr>
            <a:r>
              <a:rPr lang="en-US" altLang="zh-CN" sz="18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select count(*) from </a:t>
            </a:r>
            <a:r>
              <a:rPr lang="en-US" altLang="zh-CN" sz="1800"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syssqltrace</a:t>
            </a:r>
            <a:r>
              <a:rPr lang="en-US" altLang="zh-CN" sz="18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WHERE </a:t>
            </a:r>
            <a:r>
              <a:rPr lang="en-US" altLang="zh-CN" sz="1800"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sql_totaltime</a:t>
            </a:r>
            <a:r>
              <a:rPr lang="en-US" altLang="zh-CN" sz="18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&gt; 2;</a:t>
            </a:r>
            <a:endParaRPr lang="en-US" altLang="zh-CN" sz="18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 name="标题 6"/>
          <p:cNvSpPr>
            <a:spLocks noGrp="1"/>
          </p:cNvSpPr>
          <p:nvPr>
            <p:ph type="title"/>
          </p:nvPr>
        </p:nvSpPr>
        <p:spPr/>
        <p:txBody>
          <a:bodyPr/>
          <a:lstStyle/>
          <a:p>
            <a:r>
              <a:rPr lang="zh-CN" altLang="en-US" dirty="0">
                <a:cs typeface="宋体" panose="02010600030101010101" pitchFamily="2" charset="-122"/>
                <a:sym typeface="+mn-ea"/>
              </a:rPr>
              <a:t>手动</a:t>
            </a:r>
            <a:r>
              <a:rPr lang="zh-CN" altLang="en-US" dirty="0">
                <a:solidFill>
                  <a:srgbClr val="000000"/>
                </a:solidFill>
                <a:cs typeface="宋体" panose="02010600030101010101" pitchFamily="2" charset="-122"/>
              </a:rPr>
              <a:t>跟踪</a:t>
            </a:r>
            <a:r>
              <a:rPr lang="en-US" altLang="zh-CN" dirty="0">
                <a:solidFill>
                  <a:srgbClr val="000000"/>
                </a:solidFill>
                <a:cs typeface="宋体" panose="02010600030101010101" pitchFamily="2" charset="-122"/>
              </a:rPr>
              <a:t>SQL (II)</a:t>
            </a:r>
            <a:br>
              <a:rPr lang="en-US" altLang="zh-CN" dirty="0">
                <a:solidFill>
                  <a:srgbClr val="000000"/>
                </a:solidFill>
                <a:cs typeface="宋体" panose="02010600030101010101" pitchFamily="2" charset="-122"/>
              </a:rPr>
            </a:br>
            <a:endParaRPr lang="zh-CN" altLang="en-US" dirty="0">
              <a:solidFill>
                <a:srgbClr val="000000"/>
              </a:solidFill>
            </a:endParaRPr>
          </a:p>
        </p:txBody>
      </p:sp>
      <p:sp>
        <p:nvSpPr>
          <p:cNvPr id="8" name="内容占位符 7"/>
          <p:cNvSpPr>
            <a:spLocks noGrp="1"/>
          </p:cNvSpPr>
          <p:nvPr>
            <p:ph idx="1"/>
          </p:nvPr>
        </p:nvSpPr>
        <p:spPr>
          <a:xfrm>
            <a:off x="683568" y="980728"/>
            <a:ext cx="7486600" cy="2016224"/>
          </a:xfrm>
          <a:noFill/>
        </p:spPr>
        <p:txBody>
          <a:bodyPr/>
          <a:lstStyle/>
          <a:p>
            <a:pPr marL="228600" indent="-228600">
              <a:spcBef>
                <a:spcPct val="40000"/>
              </a:spcBef>
            </a:pPr>
            <a:r>
              <a:rPr lang="zh-CN" altLang="en-US" dirty="0">
                <a:cs typeface="宋体" panose="02010600030101010101" pitchFamily="2" charset="-122"/>
              </a:rPr>
              <a:t>如何</a:t>
            </a:r>
            <a:r>
              <a:rPr lang="en-US" altLang="zh-CN" dirty="0">
                <a:cs typeface="宋体" panose="02010600030101010101" pitchFamily="2" charset="-122"/>
              </a:rPr>
              <a:t> </a:t>
            </a:r>
            <a:r>
              <a:rPr lang="zh-CN" altLang="en-US" dirty="0">
                <a:cs typeface="宋体" panose="02010600030101010101" pitchFamily="2" charset="-122"/>
              </a:rPr>
              <a:t>汲取跟踪的结果而成为调优的依据</a:t>
            </a:r>
            <a:endParaRPr lang="en-US" altLang="zh-CN" dirty="0">
              <a:cs typeface="宋体" panose="02010600030101010101" pitchFamily="2" charset="-122"/>
            </a:endParaRPr>
          </a:p>
          <a:p>
            <a:pPr marL="571500" lvl="1">
              <a:spcBef>
                <a:spcPct val="40000"/>
              </a:spcBef>
            </a:pPr>
            <a:r>
              <a:rPr lang="en-US" altLang="zh-CN" dirty="0" err="1">
                <a:cs typeface="宋体" panose="02010600030101010101" pitchFamily="2" charset="-122"/>
              </a:rPr>
              <a:t>Sysmaster</a:t>
            </a:r>
            <a:r>
              <a:rPr lang="en-US" altLang="zh-CN" dirty="0">
                <a:cs typeface="宋体" panose="02010600030101010101" pitchFamily="2" charset="-122"/>
              </a:rPr>
              <a:t> </a:t>
            </a:r>
            <a:r>
              <a:rPr lang="zh-CN" altLang="en-US" dirty="0">
                <a:cs typeface="宋体" panose="02010600030101010101" pitchFamily="2" charset="-122"/>
              </a:rPr>
              <a:t>数据库中用于</a:t>
            </a:r>
            <a:r>
              <a:rPr lang="en-US" altLang="zh-CN" dirty="0">
                <a:cs typeface="宋体" panose="02010600030101010101" pitchFamily="2" charset="-122"/>
              </a:rPr>
              <a:t>SQL</a:t>
            </a:r>
            <a:r>
              <a:rPr lang="zh-CN" altLang="en-US" dirty="0">
                <a:cs typeface="宋体" panose="02010600030101010101" pitchFamily="2" charset="-122"/>
              </a:rPr>
              <a:t>跟踪的表。记录跟踪的结果</a:t>
            </a:r>
            <a:endParaRPr lang="zh-CN" altLang="en-US" dirty="0">
              <a:cs typeface="宋体" panose="02010600030101010101" pitchFamily="2" charset="-122"/>
            </a:endParaRPr>
          </a:p>
          <a:p>
            <a:pPr marL="685800" lvl="1">
              <a:spcBef>
                <a:spcPct val="40000"/>
              </a:spcBef>
            </a:pPr>
            <a:r>
              <a:rPr lang="en-US" altLang="zh-CN" sz="1800" dirty="0" err="1">
                <a:cs typeface="宋体" panose="02010600030101010101" pitchFamily="2" charset="-122"/>
              </a:rPr>
              <a:t>syssqltrace</a:t>
            </a:r>
            <a:r>
              <a:rPr lang="en-US" altLang="zh-CN" sz="1800" dirty="0">
                <a:cs typeface="宋体" panose="02010600030101010101" pitchFamily="2" charset="-122"/>
              </a:rPr>
              <a:t>: </a:t>
            </a:r>
            <a:r>
              <a:rPr lang="zh-CN" altLang="en-US" sz="1800" dirty="0">
                <a:cs typeface="宋体" panose="02010600030101010101" pitchFamily="2" charset="-122"/>
              </a:rPr>
              <a:t>存储与</a:t>
            </a:r>
            <a:r>
              <a:rPr lang="en-US" altLang="zh-CN" sz="1800" dirty="0">
                <a:cs typeface="宋体" panose="02010600030101010101" pitchFamily="2" charset="-122"/>
              </a:rPr>
              <a:t>SQL</a:t>
            </a:r>
            <a:r>
              <a:rPr lang="zh-CN" altLang="en-US" sz="1800" dirty="0">
                <a:cs typeface="宋体" panose="02010600030101010101" pitchFamily="2" charset="-122"/>
              </a:rPr>
              <a:t>语句的统计数据有关的信息</a:t>
            </a:r>
            <a:endParaRPr lang="en-US" altLang="zh-CN" sz="1800" dirty="0">
              <a:cs typeface="宋体" panose="02010600030101010101" pitchFamily="2" charset="-122"/>
            </a:endParaRPr>
          </a:p>
          <a:p>
            <a:pPr marL="685800" lvl="1">
              <a:spcBef>
                <a:spcPct val="40000"/>
              </a:spcBef>
            </a:pPr>
            <a:r>
              <a:rPr lang="en-US" altLang="zh-CN" sz="1800" dirty="0" err="1">
                <a:cs typeface="宋体" panose="02010600030101010101" pitchFamily="2" charset="-122"/>
              </a:rPr>
              <a:t>syssqltrace_info</a:t>
            </a:r>
            <a:r>
              <a:rPr lang="en-US" altLang="zh-CN" sz="1800" dirty="0">
                <a:cs typeface="宋体" panose="02010600030101010101" pitchFamily="2" charset="-122"/>
              </a:rPr>
              <a:t>: </a:t>
            </a:r>
            <a:r>
              <a:rPr lang="zh-CN" altLang="en-US" sz="1800" dirty="0">
                <a:cs typeface="宋体" panose="02010600030101010101" pitchFamily="2" charset="-122"/>
              </a:rPr>
              <a:t>存储与</a:t>
            </a:r>
            <a:r>
              <a:rPr lang="en-US" altLang="zh-CN" sz="1800" dirty="0">
                <a:cs typeface="宋体" panose="02010600030101010101" pitchFamily="2" charset="-122"/>
              </a:rPr>
              <a:t>SQL</a:t>
            </a:r>
            <a:r>
              <a:rPr lang="zh-CN" altLang="en-US" sz="1800" dirty="0">
                <a:cs typeface="宋体" panose="02010600030101010101" pitchFamily="2" charset="-122"/>
              </a:rPr>
              <a:t>跟踪的配置有关的信息</a:t>
            </a:r>
            <a:endParaRPr lang="en-US" altLang="zh-CN" sz="1800" dirty="0">
              <a:cs typeface="宋体" panose="02010600030101010101" pitchFamily="2" charset="-122"/>
            </a:endParaRPr>
          </a:p>
          <a:p>
            <a:pPr marL="685800" lvl="1">
              <a:spcBef>
                <a:spcPct val="40000"/>
              </a:spcBef>
            </a:pPr>
            <a:r>
              <a:rPr lang="en-US" altLang="zh-CN" sz="1800" dirty="0" err="1">
                <a:cs typeface="宋体" panose="02010600030101010101" pitchFamily="2" charset="-122"/>
              </a:rPr>
              <a:t>syssqltrace_iter</a:t>
            </a:r>
            <a:r>
              <a:rPr lang="en-US" altLang="zh-CN" sz="1800" dirty="0">
                <a:cs typeface="宋体" panose="02010600030101010101" pitchFamily="2" charset="-122"/>
              </a:rPr>
              <a:t>: </a:t>
            </a:r>
            <a:r>
              <a:rPr lang="zh-CN" altLang="en-US" sz="1800" dirty="0">
                <a:cs typeface="宋体" panose="02010600030101010101" pitchFamily="2" charset="-122"/>
              </a:rPr>
              <a:t>存储与迭代器</a:t>
            </a:r>
            <a:r>
              <a:rPr lang="en-US" altLang="zh-CN" sz="1800" dirty="0">
                <a:cs typeface="宋体" panose="02010600030101010101" pitchFamily="2" charset="-122"/>
              </a:rPr>
              <a:t>(</a:t>
            </a:r>
            <a:r>
              <a:rPr lang="en-US" altLang="zh-CN" sz="1800" dirty="0" err="1">
                <a:cs typeface="宋体" panose="02010600030101010101" pitchFamily="2" charset="-122"/>
              </a:rPr>
              <a:t>iterator</a:t>
            </a:r>
            <a:r>
              <a:rPr lang="en-US" altLang="zh-CN" sz="1800" dirty="0">
                <a:cs typeface="宋体" panose="02010600030101010101" pitchFamily="2" charset="-122"/>
              </a:rPr>
              <a:t>)</a:t>
            </a:r>
            <a:r>
              <a:rPr lang="zh-CN" altLang="en-US" sz="1800" dirty="0">
                <a:cs typeface="宋体" panose="02010600030101010101" pitchFamily="2" charset="-122"/>
              </a:rPr>
              <a:t>和</a:t>
            </a:r>
            <a:r>
              <a:rPr lang="en-US" altLang="zh-CN" sz="1800" dirty="0">
                <a:cs typeface="宋体" panose="02010600030101010101" pitchFamily="2" charset="-122"/>
              </a:rPr>
              <a:t>explain</a:t>
            </a:r>
            <a:r>
              <a:rPr lang="zh-CN" altLang="en-US" sz="1800" dirty="0">
                <a:cs typeface="宋体" panose="02010600030101010101" pitchFamily="2" charset="-122"/>
              </a:rPr>
              <a:t>输出有关的信息</a:t>
            </a:r>
            <a:endParaRPr lang="en-US" altLang="zh-CN" sz="1800" dirty="0">
              <a:cs typeface="宋体" panose="02010600030101010101" pitchFamily="2" charset="-122"/>
            </a:endParaRPr>
          </a:p>
          <a:p>
            <a:endParaRPr lang="zh-CN" altLang="en-US" dirty="0"/>
          </a:p>
        </p:txBody>
      </p:sp>
      <p:sp>
        <p:nvSpPr>
          <p:cNvPr id="9" name="灯片编号占位符 9"/>
          <p:cNvSpPr>
            <a:spLocks noGrp="1"/>
          </p:cNvSpPr>
          <p:nvPr>
            <p:ph type="sldNum" sz="quarter" idx="4294967295"/>
          </p:nvPr>
        </p:nvSpPr>
        <p:spPr>
          <a:xfrm>
            <a:off x="0" y="6457950"/>
            <a:ext cx="9144000" cy="365125"/>
          </a:xfrm>
          <a:prstGeom prst="rect">
            <a:avLst/>
          </a:prstGeom>
        </p:spPr>
        <p:txBody>
          <a:bodyPr vert="horz" wrap="square" lIns="91440" tIns="45720" rIns="91440" bIns="45720" numCol="1" anchor="ctr" anchorCtr="0" compatLnSpc="1"/>
          <a:lstStyle>
            <a:lvl1pPr algn="r">
              <a:defRPr sz="1200" b="0">
                <a:solidFill>
                  <a:schemeClr val="bg1">
                    <a:lumMod val="50000"/>
                  </a:schemeClr>
                </a:solidFill>
                <a:latin typeface="+mn-lt"/>
                <a:ea typeface="宋体" panose="02010600030101010101" pitchFamily="2" charset="-122"/>
              </a:defRPr>
            </a:lvl1pPr>
          </a:lstStyle>
          <a:p>
            <a:fld id="{84CFB1C9-13D2-4FCA-8E43-5D048D3AC9EF}" type="slidenum">
              <a:rPr kumimoji="1" lang="zh-CN" altLang="en-US" smtClean="0"/>
            </a:fld>
            <a:endParaRPr kumimoji="1" lang="zh-CN" altLang="en-US" dirty="0"/>
          </a:p>
        </p:txBody>
      </p:sp>
      <p:sp>
        <p:nvSpPr>
          <p:cNvPr id="10" name="圆角矩形标注 9"/>
          <p:cNvSpPr/>
          <p:nvPr/>
        </p:nvSpPr>
        <p:spPr bwMode="auto">
          <a:xfrm>
            <a:off x="7236296" y="2852936"/>
            <a:ext cx="1512168" cy="842927"/>
          </a:xfrm>
          <a:prstGeom prst="wedgeRoundRectCallout">
            <a:avLst>
              <a:gd name="adj1" fmla="val -58140"/>
              <a:gd name="adj2" fmla="val 77046"/>
              <a:gd name="adj3" fmla="val 16667"/>
            </a:avLst>
          </a:prstGeom>
          <a:solidFill>
            <a:srgbClr val="FFFF00"/>
          </a:solidFill>
          <a:ln w="9525" cap="flat" cmpd="sng" algn="ctr">
            <a:solidFill>
              <a:srgbClr val="0000FF"/>
            </a:solidFill>
            <a:prstDash val="solid"/>
            <a:round/>
            <a:headEnd type="none" w="med" len="med"/>
            <a:tailEnd type="none" w="med" len="med"/>
          </a:ln>
          <a:effectLst/>
        </p:spPr>
        <p:txBody>
          <a:bodyPr vert="horz" wrap="square" lIns="92075" tIns="46038" rIns="92075" bIns="46038" numCol="1" rtlCol="0" anchor="t" anchorCtr="0" compatLnSpc="1">
            <a:spAutoFit/>
          </a:bodyPr>
          <a:lstStyle/>
          <a:p>
            <a:pPr marL="119380" indent="-119380" algn="ctr" fontAlgn="base">
              <a:lnSpc>
                <a:spcPct val="90000"/>
              </a:lnSpc>
              <a:spcBef>
                <a:spcPct val="50000"/>
              </a:spcBef>
              <a:spcAft>
                <a:spcPct val="0"/>
              </a:spcAft>
              <a:buClr>
                <a:schemeClr val="accent1"/>
              </a:buClr>
            </a:pPr>
            <a:r>
              <a:rPr kumimoji="0" lang="zh-CN" altLang="en-US" sz="160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找出</a:t>
            </a:r>
            <a:r>
              <a:rPr kumimoji="0" lang="en-US" altLang="zh-CN" sz="160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 SQL</a:t>
            </a:r>
            <a:r>
              <a:rPr kumimoji="0" lang="zh-CN" altLang="en-US" sz="160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指令执行时间超过</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 2</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秒钟</a:t>
            </a:r>
            <a:endParaRPr kumimoji="0" lang="zh-CN" altLang="en-US" sz="160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 name="圆角矩形标注 10"/>
          <p:cNvSpPr/>
          <p:nvPr/>
        </p:nvSpPr>
        <p:spPr bwMode="auto">
          <a:xfrm>
            <a:off x="7236296" y="4365104"/>
            <a:ext cx="1512168" cy="597753"/>
          </a:xfrm>
          <a:prstGeom prst="wedgeRoundRectCallout">
            <a:avLst>
              <a:gd name="adj1" fmla="val -145525"/>
              <a:gd name="adj2" fmla="val 154301"/>
              <a:gd name="adj3" fmla="val 16667"/>
            </a:avLst>
          </a:prstGeom>
          <a:solidFill>
            <a:srgbClr val="FFFF00"/>
          </a:solidFill>
          <a:ln w="9525" cap="flat" cmpd="sng" algn="ctr">
            <a:solidFill>
              <a:srgbClr val="0000FF"/>
            </a:solidFill>
            <a:prstDash val="solid"/>
            <a:round/>
            <a:headEnd type="none" w="med" len="med"/>
            <a:tailEnd type="none" w="med" len="med"/>
          </a:ln>
          <a:effectLst/>
        </p:spPr>
        <p:txBody>
          <a:bodyPr vert="horz" wrap="square" lIns="92075" tIns="46038" rIns="92075" bIns="46038" numCol="1" rtlCol="0" anchor="t" anchorCtr="0" compatLnSpc="1">
            <a:spAutoFit/>
          </a:bodyPr>
          <a:lstStyle/>
          <a:p>
            <a:pPr marL="119380" indent="-119380" algn="ctr" fontAlgn="base">
              <a:lnSpc>
                <a:spcPct val="90000"/>
              </a:lnSpc>
              <a:spcBef>
                <a:spcPct val="50000"/>
              </a:spcBef>
              <a:spcAft>
                <a:spcPct val="0"/>
              </a:spcAft>
              <a:buClr>
                <a:schemeClr val="accent1"/>
              </a:buClr>
            </a:pPr>
            <a:r>
              <a:rPr kumimoji="0" lang="zh-CN" altLang="en-US" sz="160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找出</a:t>
            </a:r>
            <a:r>
              <a:rPr kumimoji="0" lang="en-US" altLang="zh-CN" sz="160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 </a:t>
            </a:r>
            <a:r>
              <a:rPr kumimoji="0" lang="zh-CN" altLang="en-US" sz="160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特定的</a:t>
            </a:r>
            <a:r>
              <a:rPr kumimoji="0" lang="en-US" altLang="zh-CN" sz="160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SQL</a:t>
            </a:r>
            <a:r>
              <a:rPr kumimoji="0" lang="zh-CN" altLang="en-US" sz="160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指令</a:t>
            </a:r>
            <a:endParaRPr kumimoji="0" lang="zh-CN" altLang="en-US" sz="160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Slide Number Placeholder 5"/>
          <p:cNvSpPr txBox="1">
            <a:spLocks noGrp="1"/>
          </p:cNvSpPr>
          <p:nvPr/>
        </p:nvSpPr>
        <p:spPr bwMode="auto">
          <a:xfrm>
            <a:off x="6934200" y="6545263"/>
            <a:ext cx="2133600" cy="304800"/>
          </a:xfrm>
          <a:prstGeom prst="rect">
            <a:avLst/>
          </a:prstGeom>
          <a:noFill/>
          <a:ln>
            <a:noFill/>
          </a:ln>
        </p:spPr>
        <p:txBody>
          <a:bodyPr/>
          <a:lstStyle>
            <a:lvl1pPr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1pPr>
            <a:lvl2pPr marL="742950" indent="-28575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2pPr>
            <a:lvl3pPr marL="1143000" indent="-2286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3pPr>
            <a:lvl4pPr marL="1600200" indent="-2286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4pPr>
            <a:lvl5pPr marL="2057400" indent="-2286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5pPr>
            <a:lvl6pPr marL="2514600" indent="-2286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6pPr>
            <a:lvl7pPr marL="2971800" indent="-2286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7pPr>
            <a:lvl8pPr marL="3429000" indent="-2286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8pPr>
            <a:lvl9pPr marL="3886200" indent="-2286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9pPr>
          </a:lstStyle>
          <a:p>
            <a:pPr eaLnBrk="1" hangingPunct="1">
              <a:buClrTx/>
              <a:buFontTx/>
              <a:buNone/>
            </a:pPr>
            <a:fld id="{1C4314E1-582D-4E47-AF13-8FB5103398B4}" type="slidenum">
              <a:rPr lang="en-US" altLang="zh-CN" sz="1400">
                <a:solidFill>
                  <a:srgbClr val="B2B2B2"/>
                </a:solidFill>
                <a:latin typeface="Times New Roman" panose="02020603050405020304" charset="0"/>
                <a:ea typeface="宋体" panose="02010600030101010101" pitchFamily="2" charset="-122"/>
                <a:cs typeface="宋体" panose="02010600030101010101" pitchFamily="2" charset="-122"/>
              </a:rPr>
            </a:fld>
            <a:endParaRPr lang="en-US" altLang="zh-CN" sz="1400">
              <a:solidFill>
                <a:srgbClr val="B2B2B2"/>
              </a:solidFill>
              <a:latin typeface="Times New Roman" panose="02020603050405020304" charset="0"/>
              <a:ea typeface="宋体" panose="02010600030101010101" pitchFamily="2" charset="-122"/>
              <a:cs typeface="宋体" panose="02010600030101010101" pitchFamily="2" charset="-122"/>
            </a:endParaRPr>
          </a:p>
        </p:txBody>
      </p:sp>
      <p:sp>
        <p:nvSpPr>
          <p:cNvPr id="186371" name="Rectangle 3"/>
          <p:cNvSpPr>
            <a:spLocks noChangeArrowheads="1"/>
          </p:cNvSpPr>
          <p:nvPr/>
        </p:nvSpPr>
        <p:spPr bwMode="auto">
          <a:xfrm>
            <a:off x="260350" y="627063"/>
            <a:ext cx="8035925" cy="439737"/>
          </a:xfrm>
          <a:prstGeom prst="rect">
            <a:avLst/>
          </a:prstGeom>
          <a:noFill/>
          <a:ln>
            <a:noFill/>
          </a:ln>
        </p:spPr>
        <p:txBody>
          <a:bodyPr lIns="92075" tIns="46038" rIns="92075" bIns="46038" anchor="b"/>
          <a:lstStyle/>
          <a:p>
            <a:pPr>
              <a:buClrTx/>
              <a:buFontTx/>
              <a:buNone/>
            </a:pPr>
            <a:endParaRPr lang="en-US" altLang="zh-CN" sz="3200" b="1" dirty="0">
              <a:solidFill>
                <a:schemeClr val="accent1"/>
              </a:solidFill>
              <a:ea typeface="宋体" panose="02010600030101010101" pitchFamily="2" charset="-122"/>
              <a:cs typeface="宋体" panose="02010600030101010101" pitchFamily="2" charset="-122"/>
            </a:endParaRPr>
          </a:p>
        </p:txBody>
      </p:sp>
      <p:sp>
        <p:nvSpPr>
          <p:cNvPr id="186372" name="Rectangle 4"/>
          <p:cNvSpPr>
            <a:spLocks noChangeArrowheads="1"/>
          </p:cNvSpPr>
          <p:nvPr/>
        </p:nvSpPr>
        <p:spPr bwMode="auto">
          <a:xfrm>
            <a:off x="384175" y="1179513"/>
            <a:ext cx="7681913" cy="1584325"/>
          </a:xfrm>
          <a:prstGeom prst="rect">
            <a:avLst/>
          </a:prstGeom>
          <a:noFill/>
          <a:ln>
            <a:noFill/>
          </a:ln>
        </p:spPr>
        <p:txBody>
          <a:bodyPr lIns="92075" tIns="46038" rIns="92075" bIns="46038"/>
          <a:lstStyle/>
          <a:p>
            <a:pPr marL="228600" indent="-228600">
              <a:lnSpc>
                <a:spcPct val="125000"/>
              </a:lnSpc>
              <a:spcBef>
                <a:spcPct val="40000"/>
              </a:spcBef>
              <a:buClr>
                <a:schemeClr val="accent2"/>
              </a:buClr>
              <a:buFont typeface="Wingdings" panose="05000000000000000000" charset="0"/>
              <a:buChar char="§"/>
            </a:pPr>
            <a:endParaRPr lang="zh-CN" altLang="en-US" sz="2000" dirty="0">
              <a:latin typeface="Times New Roman" panose="02020603050405020304" charset="0"/>
              <a:ea typeface="宋体" panose="02010600030101010101" pitchFamily="2" charset="-122"/>
              <a:cs typeface="宋体" panose="02010600030101010101" pitchFamily="2" charset="-122"/>
            </a:endParaRPr>
          </a:p>
        </p:txBody>
      </p:sp>
      <p:sp>
        <p:nvSpPr>
          <p:cNvPr id="186373" name="TextBox 4"/>
          <p:cNvSpPr txBox="1">
            <a:spLocks noChangeArrowheads="1"/>
          </p:cNvSpPr>
          <p:nvPr/>
        </p:nvSpPr>
        <p:spPr bwMode="auto">
          <a:xfrm>
            <a:off x="755576" y="4077072"/>
            <a:ext cx="7508875" cy="1077218"/>
          </a:xfrm>
          <a:prstGeom prst="rect">
            <a:avLst/>
          </a:prstGeom>
          <a:solidFill>
            <a:srgbClr val="D9D9D9"/>
          </a:solidFill>
          <a:ln w="19050">
            <a:solidFill>
              <a:schemeClr val="tx1"/>
            </a:solidFill>
            <a:miter lim="800000"/>
          </a:ln>
        </p:spPr>
        <p:txBody>
          <a:bodyPr wrap="square">
            <a:spAutoFit/>
          </a:bodyPr>
          <a:lstStyle>
            <a:lvl1pPr marL="342900" indent="-3429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1pPr>
            <a:lvl2pPr marL="742950" indent="-28575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2pPr>
            <a:lvl3pPr marL="1143000" indent="-2286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3pPr>
            <a:lvl4pPr marL="1600200" indent="-2286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4pPr>
            <a:lvl5pPr marL="2057400" indent="-2286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5pPr>
            <a:lvl6pPr marL="2514600" indent="-2286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6pPr>
            <a:lvl7pPr marL="2971800" indent="-2286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7pPr>
            <a:lvl8pPr marL="3429000" indent="-2286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8pPr>
            <a:lvl9pPr marL="3886200" indent="-2286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9pPr>
          </a:lstStyle>
          <a:p>
            <a:pPr eaLnBrk="1" hangingPunct="1">
              <a:buClrTx/>
              <a:buFont typeface="Arial" panose="020B0604020202020204" pitchFamily="34" charset="0"/>
              <a:buAutoNum type="arabicPeriod"/>
            </a:pPr>
            <a:r>
              <a:rPr lang="en-US" altLang="zh-CN" sz="1600" dirty="0">
                <a:solidFill>
                  <a:srgbClr val="000000"/>
                </a:solidFill>
                <a:ea typeface="宋体" panose="02010600030101010101" pitchFamily="2" charset="-122"/>
                <a:cs typeface="宋体" panose="02010600030101010101" pitchFamily="2" charset="-122"/>
              </a:rPr>
              <a:t>″SET SQL TRACING DATABASE ADD″ , ″ </a:t>
            </a:r>
            <a:r>
              <a:rPr lang="en-US" altLang="zh-CN" sz="1600" i="1" dirty="0" err="1">
                <a:solidFill>
                  <a:srgbClr val="000000"/>
                </a:solidFill>
                <a:ea typeface="宋体" panose="02010600030101010101" pitchFamily="2" charset="-122"/>
                <a:cs typeface="宋体" panose="02010600030101010101" pitchFamily="2" charset="-122"/>
              </a:rPr>
              <a:t>database_name</a:t>
            </a:r>
            <a:r>
              <a:rPr lang="en-US" altLang="zh-CN" sz="1600" i="1" dirty="0">
                <a:solidFill>
                  <a:srgbClr val="000000"/>
                </a:solidFill>
                <a:ea typeface="宋体" panose="02010600030101010101" pitchFamily="2" charset="-122"/>
                <a:cs typeface="宋体" panose="02010600030101010101" pitchFamily="2" charset="-122"/>
              </a:rPr>
              <a:t> ″ )</a:t>
            </a:r>
            <a:endParaRPr lang="en-US" altLang="zh-CN" sz="1600" i="1" dirty="0">
              <a:solidFill>
                <a:srgbClr val="000000"/>
              </a:solidFill>
              <a:ea typeface="宋体" panose="02010600030101010101" pitchFamily="2" charset="-122"/>
              <a:cs typeface="宋体" panose="02010600030101010101" pitchFamily="2" charset="-122"/>
            </a:endParaRPr>
          </a:p>
          <a:p>
            <a:pPr eaLnBrk="1" hangingPunct="1">
              <a:buClrTx/>
              <a:buFont typeface="Arial" panose="020B0604020202020204" pitchFamily="34" charset="0"/>
              <a:buAutoNum type="arabicPeriod"/>
            </a:pPr>
            <a:r>
              <a:rPr lang="en-US" altLang="zh-CN" sz="1600" dirty="0">
                <a:solidFill>
                  <a:srgbClr val="000000"/>
                </a:solidFill>
                <a:ea typeface="宋体" panose="02010600030101010101" pitchFamily="2" charset="-122"/>
                <a:cs typeface="宋体" panose="02010600030101010101" pitchFamily="2" charset="-122"/>
              </a:rPr>
              <a:t>″SET SQL TRACING DATABASE CLEAR″</a:t>
            </a:r>
            <a:endParaRPr lang="en-US" altLang="zh-CN" sz="1600" dirty="0">
              <a:solidFill>
                <a:srgbClr val="000000"/>
              </a:solidFill>
              <a:ea typeface="宋体" panose="02010600030101010101" pitchFamily="2" charset="-122"/>
              <a:cs typeface="宋体" panose="02010600030101010101" pitchFamily="2" charset="-122"/>
            </a:endParaRPr>
          </a:p>
          <a:p>
            <a:pPr eaLnBrk="1" hangingPunct="1">
              <a:buClrTx/>
              <a:buFont typeface="Arial" panose="020B0604020202020204" pitchFamily="34" charset="0"/>
              <a:buAutoNum type="arabicPeriod"/>
            </a:pPr>
            <a:r>
              <a:rPr lang="en-US" altLang="zh-CN" sz="1600" dirty="0">
                <a:solidFill>
                  <a:srgbClr val="000000"/>
                </a:solidFill>
                <a:ea typeface="宋体" panose="02010600030101010101" pitchFamily="2" charset="-122"/>
                <a:cs typeface="宋体" panose="02010600030101010101" pitchFamily="2" charset="-122"/>
              </a:rPr>
              <a:t>″SET SQL TRACING DATABASE LIST″</a:t>
            </a:r>
            <a:endParaRPr lang="en-US" altLang="zh-CN" sz="1600" dirty="0">
              <a:solidFill>
                <a:srgbClr val="000000"/>
              </a:solidFill>
              <a:ea typeface="宋体" panose="02010600030101010101" pitchFamily="2" charset="-122"/>
              <a:cs typeface="宋体" panose="02010600030101010101" pitchFamily="2" charset="-122"/>
            </a:endParaRPr>
          </a:p>
          <a:p>
            <a:pPr eaLnBrk="1" hangingPunct="1">
              <a:buClrTx/>
              <a:buFont typeface="Arial" panose="020B0604020202020204" pitchFamily="34" charset="0"/>
              <a:buAutoNum type="arabicPeriod"/>
            </a:pPr>
            <a:r>
              <a:rPr lang="en-US" altLang="zh-CN" sz="1600" dirty="0">
                <a:solidFill>
                  <a:srgbClr val="000000"/>
                </a:solidFill>
                <a:ea typeface="宋体" panose="02010600030101010101" pitchFamily="2" charset="-122"/>
                <a:cs typeface="宋体" panose="02010600030101010101" pitchFamily="2" charset="-122"/>
              </a:rPr>
              <a:t>″SET SQL TRACING DATABASE REMOVE″ , ″</a:t>
            </a:r>
            <a:r>
              <a:rPr lang="en-US" altLang="zh-CN" sz="1600" i="1" dirty="0" err="1">
                <a:solidFill>
                  <a:srgbClr val="000000"/>
                </a:solidFill>
                <a:ea typeface="宋体" panose="02010600030101010101" pitchFamily="2" charset="-122"/>
                <a:cs typeface="宋体" panose="02010600030101010101" pitchFamily="2" charset="-122"/>
              </a:rPr>
              <a:t>database_name</a:t>
            </a:r>
            <a:r>
              <a:rPr lang="en-US" altLang="zh-CN" sz="1600" i="1" dirty="0">
                <a:solidFill>
                  <a:srgbClr val="000000"/>
                </a:solidFill>
                <a:ea typeface="宋体" panose="02010600030101010101" pitchFamily="2" charset="-122"/>
                <a:cs typeface="宋体" panose="02010600030101010101" pitchFamily="2" charset="-122"/>
              </a:rPr>
              <a:t>″</a:t>
            </a:r>
            <a:endParaRPr lang="en-US" altLang="zh-CN" sz="1600" dirty="0">
              <a:solidFill>
                <a:srgbClr val="000000"/>
              </a:solidFill>
              <a:ea typeface="宋体" panose="02010600030101010101" pitchFamily="2" charset="-122"/>
              <a:cs typeface="宋体" panose="02010600030101010101" pitchFamily="2" charset="-122"/>
            </a:endParaRPr>
          </a:p>
        </p:txBody>
      </p:sp>
      <p:sp>
        <p:nvSpPr>
          <p:cNvPr id="186374" name="TextBox 5"/>
          <p:cNvSpPr txBox="1">
            <a:spLocks noChangeArrowheads="1"/>
          </p:cNvSpPr>
          <p:nvPr/>
        </p:nvSpPr>
        <p:spPr bwMode="auto">
          <a:xfrm>
            <a:off x="688023" y="2814638"/>
            <a:ext cx="7499350" cy="369332"/>
          </a:xfrm>
          <a:prstGeom prst="rect">
            <a:avLst/>
          </a:prstGeom>
          <a:solidFill>
            <a:srgbClr val="D9D9D9"/>
          </a:solidFill>
          <a:ln w="19050">
            <a:solidFill>
              <a:schemeClr val="tx1"/>
            </a:solidFill>
            <a:miter lim="800000"/>
          </a:ln>
        </p:spPr>
        <p:txBody>
          <a:bodyPr>
            <a:spAutoFit/>
          </a:bodyPr>
          <a:lstStyle>
            <a:lvl1pPr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1pPr>
            <a:lvl2pPr marL="742950" indent="-28575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2pPr>
            <a:lvl3pPr marL="1143000" indent="-2286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3pPr>
            <a:lvl4pPr marL="1600200" indent="-2286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4pPr>
            <a:lvl5pPr marL="2057400" indent="-2286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5pPr>
            <a:lvl6pPr marL="2514600" indent="-2286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6pPr>
            <a:lvl7pPr marL="2971800" indent="-2286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7pPr>
            <a:lvl8pPr marL="3429000" indent="-2286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8pPr>
            <a:lvl9pPr marL="3886200" indent="-2286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9pPr>
          </a:lstStyle>
          <a:p>
            <a:pPr eaLnBrk="1" hangingPunct="1">
              <a:buClrTx/>
              <a:buFontTx/>
              <a:buNone/>
            </a:pPr>
            <a:r>
              <a:rPr lang="en-US" altLang="zh-CN" sz="1800">
                <a:solidFill>
                  <a:srgbClr val="000000"/>
                </a:solidFill>
                <a:ea typeface="宋体" panose="02010600030101010101" pitchFamily="2" charset="-122"/>
                <a:cs typeface="宋体" panose="02010600030101010101" pitchFamily="2" charset="-122"/>
              </a:rPr>
              <a:t>EXECUTE FUNCTION task(’ SET SQL TRACING DATABASE ADD');</a:t>
            </a:r>
            <a:endParaRPr lang="en-US" altLang="zh-CN" sz="1800">
              <a:solidFill>
                <a:srgbClr val="000000"/>
              </a:solidFill>
              <a:ea typeface="宋体" panose="02010600030101010101" pitchFamily="2" charset="-122"/>
              <a:cs typeface="宋体" panose="02010600030101010101" pitchFamily="2" charset="-122"/>
            </a:endParaRPr>
          </a:p>
        </p:txBody>
      </p:sp>
      <p:sp>
        <p:nvSpPr>
          <p:cNvPr id="186375" name="Rectangle 4"/>
          <p:cNvSpPr>
            <a:spLocks noChangeArrowheads="1"/>
          </p:cNvSpPr>
          <p:nvPr/>
        </p:nvSpPr>
        <p:spPr bwMode="auto">
          <a:xfrm>
            <a:off x="-468560" y="3657600"/>
            <a:ext cx="7778750" cy="990600"/>
          </a:xfrm>
          <a:prstGeom prst="rect">
            <a:avLst/>
          </a:prstGeom>
          <a:noFill/>
          <a:ln>
            <a:noFill/>
          </a:ln>
        </p:spPr>
        <p:txBody>
          <a:bodyPr lIns="92075" tIns="46038" rIns="92075" bIns="46038"/>
          <a:lstStyle/>
          <a:p>
            <a:pPr marL="228600" indent="-228600">
              <a:lnSpc>
                <a:spcPct val="125000"/>
              </a:lnSpc>
              <a:buClr>
                <a:schemeClr val="accent2"/>
              </a:buClr>
              <a:buFont typeface="Wingdings" panose="05000000000000000000" charset="0"/>
              <a:buChar char="§"/>
            </a:pPr>
            <a:endParaRPr lang="en-US" altLang="zh-CN" dirty="0">
              <a:latin typeface="Times New Roman" panose="02020603050405020304" charset="0"/>
              <a:ea typeface="宋体" panose="02010600030101010101" pitchFamily="2" charset="-122"/>
              <a:cs typeface="宋体" panose="02010600030101010101" pitchFamily="2" charset="-122"/>
            </a:endParaRPr>
          </a:p>
        </p:txBody>
      </p:sp>
      <p:sp>
        <p:nvSpPr>
          <p:cNvPr id="8" name="标题 7"/>
          <p:cNvSpPr>
            <a:spLocks noGrp="1"/>
          </p:cNvSpPr>
          <p:nvPr>
            <p:ph type="title"/>
          </p:nvPr>
        </p:nvSpPr>
        <p:spPr/>
        <p:txBody>
          <a:bodyPr/>
          <a:lstStyle/>
          <a:p>
            <a:r>
              <a:rPr lang="zh-CN" altLang="en-US" dirty="0">
                <a:cs typeface="宋体" panose="02010600030101010101" pitchFamily="2" charset="-122"/>
                <a:sym typeface="+mn-ea"/>
              </a:rPr>
              <a:t>手动</a:t>
            </a:r>
            <a:r>
              <a:rPr lang="zh-CN" altLang="en-US" dirty="0">
                <a:solidFill>
                  <a:srgbClr val="000000"/>
                </a:solidFill>
                <a:cs typeface="宋体" panose="02010600030101010101" pitchFamily="2" charset="-122"/>
              </a:rPr>
              <a:t>跟踪</a:t>
            </a:r>
            <a:r>
              <a:rPr lang="en-US" altLang="zh-CN" dirty="0">
                <a:solidFill>
                  <a:srgbClr val="000000"/>
                </a:solidFill>
                <a:cs typeface="宋体" panose="02010600030101010101" pitchFamily="2" charset="-122"/>
              </a:rPr>
              <a:t>SQL (III)</a:t>
            </a:r>
            <a:br>
              <a:rPr lang="en-US" altLang="zh-CN" dirty="0">
                <a:solidFill>
                  <a:srgbClr val="000000"/>
                </a:solidFill>
                <a:cs typeface="宋体" panose="02010600030101010101" pitchFamily="2" charset="-122"/>
              </a:rPr>
            </a:br>
            <a:endParaRPr lang="zh-CN" altLang="en-US" dirty="0">
              <a:solidFill>
                <a:srgbClr val="000000"/>
              </a:solidFill>
            </a:endParaRPr>
          </a:p>
        </p:txBody>
      </p:sp>
      <p:sp>
        <p:nvSpPr>
          <p:cNvPr id="9" name="内容占位符 8"/>
          <p:cNvSpPr>
            <a:spLocks noGrp="1"/>
          </p:cNvSpPr>
          <p:nvPr>
            <p:ph idx="1"/>
          </p:nvPr>
        </p:nvSpPr>
        <p:spPr>
          <a:xfrm>
            <a:off x="685800" y="1196752"/>
            <a:ext cx="7537450" cy="2808312"/>
          </a:xfrm>
        </p:spPr>
        <p:txBody>
          <a:bodyPr/>
          <a:lstStyle/>
          <a:p>
            <a:pPr>
              <a:lnSpc>
                <a:spcPct val="125000"/>
              </a:lnSpc>
              <a:spcBef>
                <a:spcPct val="40000"/>
              </a:spcBef>
              <a:buClr>
                <a:schemeClr val="accent1"/>
              </a:buClr>
              <a:buSzPct val="125000"/>
              <a:buFont typeface="Arial" panose="020B0604020202020204" pitchFamily="34" charset="0"/>
              <a:buChar char="•"/>
            </a:pPr>
            <a:r>
              <a:rPr lang="en-US" altLang="zh-CN" dirty="0" err="1">
                <a:cs typeface="宋体" panose="02010600030101010101" pitchFamily="2" charset="-122"/>
              </a:rPr>
              <a:t>GBase</a:t>
            </a:r>
            <a:r>
              <a:rPr lang="en-US" altLang="zh-CN" dirty="0">
                <a:cs typeface="宋体" panose="02010600030101010101" pitchFamily="2" charset="-122"/>
              </a:rPr>
              <a:t> 8t</a:t>
            </a:r>
            <a:r>
              <a:rPr lang="zh-CN" altLang="en-US" dirty="0">
                <a:cs typeface="宋体" panose="02010600030101010101" pitchFamily="2" charset="-122"/>
              </a:rPr>
              <a:t>对指定数据库进行跟踪</a:t>
            </a:r>
            <a:endParaRPr lang="zh-CN" altLang="en-US" dirty="0">
              <a:cs typeface="宋体" panose="02010600030101010101" pitchFamily="2" charset="-122"/>
            </a:endParaRPr>
          </a:p>
          <a:p>
            <a:pPr marL="684530" lvl="1" indent="-342900">
              <a:lnSpc>
                <a:spcPct val="125000"/>
              </a:lnSpc>
              <a:buClr>
                <a:schemeClr val="accent1"/>
              </a:buClr>
              <a:buSzPct val="110000"/>
              <a:buFont typeface="Arial" panose="020B0604020202020204" pitchFamily="34" charset="0"/>
              <a:buChar char="•"/>
            </a:pPr>
            <a:r>
              <a:rPr lang="zh-CN" altLang="en-US" sz="2000" dirty="0">
                <a:cs typeface="宋体" panose="02010600030101010101" pitchFamily="2" charset="-122"/>
              </a:rPr>
              <a:t>可指定对某一个或某几个数据库进行跟踪。缺省情况下是跟踪所有的数据库。要跟踪的数据库的数目最多可以是</a:t>
            </a:r>
            <a:r>
              <a:rPr lang="en-US" altLang="zh-CN" sz="2000" dirty="0">
                <a:cs typeface="宋体" panose="02010600030101010101" pitchFamily="2" charset="-122"/>
              </a:rPr>
              <a:t>16</a:t>
            </a:r>
            <a:r>
              <a:rPr lang="zh-CN" altLang="en-US" sz="2000" dirty="0">
                <a:cs typeface="宋体" panose="02010600030101010101" pitchFamily="2" charset="-122"/>
              </a:rPr>
              <a:t>。</a:t>
            </a:r>
            <a:endParaRPr lang="zh-CN" altLang="en-US" sz="2000" dirty="0">
              <a:cs typeface="宋体" panose="02010600030101010101" pitchFamily="2" charset="-122"/>
            </a:endParaRPr>
          </a:p>
          <a:p>
            <a:endParaRPr lang="en-US" altLang="zh-CN" dirty="0"/>
          </a:p>
          <a:p>
            <a:endParaRPr lang="en-US" altLang="zh-CN" dirty="0"/>
          </a:p>
          <a:p>
            <a:endParaRPr lang="en-US" altLang="zh-CN" dirty="0"/>
          </a:p>
          <a:p>
            <a:pPr>
              <a:buClr>
                <a:schemeClr val="accent1"/>
              </a:buClr>
              <a:buSzPct val="125000"/>
              <a:buFont typeface="Arial" panose="020B0604020202020204" pitchFamily="34" charset="0"/>
              <a:buChar char="•"/>
            </a:pPr>
            <a:r>
              <a:rPr lang="zh-CN" altLang="en-US" dirty="0">
                <a:cs typeface="宋体" panose="02010600030101010101" pitchFamily="2" charset="-122"/>
              </a:rPr>
              <a:t>添加、清除所有、显示所有、删除要跟踪</a:t>
            </a:r>
            <a:r>
              <a:rPr lang="en-US" altLang="zh-CN" dirty="0">
                <a:cs typeface="宋体" panose="02010600030101010101" pitchFamily="2" charset="-122"/>
              </a:rPr>
              <a:t>SQL</a:t>
            </a:r>
            <a:r>
              <a:rPr lang="zh-CN" altLang="en-US" dirty="0">
                <a:cs typeface="宋体" panose="02010600030101010101" pitchFamily="2" charset="-122"/>
              </a:rPr>
              <a:t>语句的数据库</a:t>
            </a:r>
            <a:endParaRPr lang="en-US" altLang="zh-CN" dirty="0">
              <a:cs typeface="宋体" panose="02010600030101010101" pitchFamily="2" charset="-122"/>
            </a:endParaRPr>
          </a:p>
          <a:p>
            <a:endParaRPr lang="zh-CN" altLang="en-US" dirty="0"/>
          </a:p>
        </p:txBody>
      </p:sp>
      <p:sp>
        <p:nvSpPr>
          <p:cNvPr id="10" name="灯片编号占位符 9"/>
          <p:cNvSpPr>
            <a:spLocks noGrp="1"/>
          </p:cNvSpPr>
          <p:nvPr>
            <p:ph type="sldNum" sz="quarter" idx="4294967295"/>
          </p:nvPr>
        </p:nvSpPr>
        <p:spPr>
          <a:xfrm>
            <a:off x="0" y="6457950"/>
            <a:ext cx="9144000" cy="365125"/>
          </a:xfrm>
          <a:prstGeom prst="rect">
            <a:avLst/>
          </a:prstGeom>
        </p:spPr>
        <p:txBody>
          <a:bodyPr vert="horz" wrap="square" lIns="91440" tIns="45720" rIns="91440" bIns="45720" numCol="1" anchor="ctr" anchorCtr="0" compatLnSpc="1"/>
          <a:lstStyle>
            <a:lvl1pPr algn="r">
              <a:defRPr sz="1200" b="0">
                <a:solidFill>
                  <a:schemeClr val="bg1">
                    <a:lumMod val="50000"/>
                  </a:schemeClr>
                </a:solidFill>
                <a:latin typeface="+mn-lt"/>
                <a:ea typeface="宋体" panose="02010600030101010101" pitchFamily="2" charset="-122"/>
              </a:defRPr>
            </a:lvl1pPr>
          </a:lstStyle>
          <a:p>
            <a:fld id="{84CFB1C9-13D2-4FCA-8E43-5D048D3AC9EF}" type="slidenum">
              <a:rPr kumimoji="1" lang="zh-CN" altLang="en-US" smtClean="0"/>
            </a:fld>
            <a:endParaRPr kumimoji="1" lang="zh-CN" altLang="en-US" dirty="0"/>
          </a:p>
        </p:txBody>
      </p:sp>
      <p:sp>
        <p:nvSpPr>
          <p:cNvPr id="2" name="文本框 1"/>
          <p:cNvSpPr txBox="1"/>
          <p:nvPr/>
        </p:nvSpPr>
        <p:spPr>
          <a:xfrm>
            <a:off x="755576" y="5589240"/>
            <a:ext cx="7488832" cy="400110"/>
          </a:xfrm>
          <a:prstGeom prst="rect">
            <a:avLst/>
          </a:prstGeom>
          <a:noFill/>
        </p:spPr>
        <p:txBody>
          <a:bodyPr wrap="square" rtlCol="0">
            <a:spAutoFit/>
          </a:bodyPr>
          <a:lstStyle/>
          <a:p>
            <a:pPr marL="285750" indent="-285750">
              <a:buFont typeface="Arial" panose="020B0604020202020204"/>
              <a:buChar char="•"/>
            </a:pPr>
            <a:r>
              <a:rPr kumimoji="1" lang="zh-CN" altLang="en-US" sz="2000" dirty="0">
                <a:solidFill>
                  <a:srgbClr val="0000FF"/>
                </a:solidFill>
              </a:rPr>
              <a:t>无需跟踪全系统上的每个数据库，可以只单个跟踪某个</a:t>
            </a:r>
            <a:r>
              <a:rPr kumimoji="1" lang="en-US" altLang="zh-CN" sz="2000" dirty="0">
                <a:solidFill>
                  <a:srgbClr val="0000FF"/>
                </a:solidFill>
              </a:rPr>
              <a:t> </a:t>
            </a:r>
            <a:r>
              <a:rPr kumimoji="1" lang="zh-CN" altLang="en-US" sz="2000" dirty="0">
                <a:solidFill>
                  <a:srgbClr val="0000FF"/>
                </a:solidFill>
              </a:rPr>
              <a:t>数据库</a:t>
            </a:r>
            <a:endParaRPr kumimoji="1" lang="zh-CN" altLang="en-US" sz="2000" dirty="0">
              <a:solidFill>
                <a:srgbClr val="0000FF"/>
              </a:solidFill>
            </a:endParaRPr>
          </a:p>
        </p:txBody>
      </p:sp>
    </p:spTree>
  </p:cSld>
  <p:clrMapOvr>
    <a:masterClrMapping/>
  </p:clrMapOvr>
  <p:transition>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圆角矩形 62"/>
          <p:cNvSpPr/>
          <p:nvPr/>
        </p:nvSpPr>
        <p:spPr bwMode="auto">
          <a:xfrm>
            <a:off x="2764446" y="1858249"/>
            <a:ext cx="4678363" cy="647700"/>
          </a:xfrm>
          <a:prstGeom prst="roundRect">
            <a:avLst>
              <a:gd name="adj" fmla="val 26124"/>
            </a:avLst>
          </a:prstGeom>
        </p:spPr>
        <p:style>
          <a:lnRef idx="1">
            <a:schemeClr val="accent6"/>
          </a:lnRef>
          <a:fillRef idx="2">
            <a:schemeClr val="accent6"/>
          </a:fillRef>
          <a:effectRef idx="1">
            <a:schemeClr val="accent6"/>
          </a:effectRef>
          <a:fontRef idx="minor">
            <a:schemeClr val="dk1"/>
          </a:fontRef>
        </p:style>
        <p:txBody>
          <a:bodyPr wrap="none" anchor="ctr"/>
          <a:lstStyle/>
          <a:p>
            <a:pPr marL="0" lvl="1" algn="ctr">
              <a:spcBef>
                <a:spcPct val="20000"/>
              </a:spcBef>
              <a:buClr>
                <a:srgbClr val="FD0000"/>
              </a:buClr>
              <a:defRPr/>
            </a:pPr>
            <a:r>
              <a:rPr lang="en-US" altLang="zh-CN" sz="2000" b="1" kern="0" dirty="0">
                <a:solidFill>
                  <a:srgbClr val="000000"/>
                </a:solidFill>
                <a:sym typeface="+mn-ea"/>
              </a:rPr>
              <a:t>   </a:t>
            </a:r>
            <a:r>
              <a:rPr lang="en-US" altLang="zh-CN" sz="2000" dirty="0">
                <a:cs typeface="宋体" panose="02010600030101010101" pitchFamily="2" charset="-122"/>
                <a:sym typeface="+mn-ea"/>
              </a:rPr>
              <a:t>SQL </a:t>
            </a:r>
            <a:r>
              <a:rPr lang="zh-CN" altLang="en-US" sz="2000" dirty="0">
                <a:cs typeface="宋体" panose="02010600030101010101" pitchFamily="2" charset="-122"/>
                <a:sym typeface="+mn-ea"/>
              </a:rPr>
              <a:t>跟踪</a:t>
            </a:r>
            <a:r>
              <a:rPr lang="en-US" altLang="zh-CN" sz="2000" dirty="0">
                <a:cs typeface="宋体" panose="02010600030101010101" pitchFamily="2" charset="-122"/>
                <a:sym typeface="+mn-ea"/>
              </a:rPr>
              <a:t> (SQLTRACE)</a:t>
            </a:r>
            <a:endParaRPr lang="zh-CN" altLang="en-US" sz="2000" b="1" dirty="0">
              <a:solidFill>
                <a:srgbClr val="C0C0C0"/>
              </a:solidFill>
              <a:cs typeface="Arial" panose="020B0604020202020204" pitchFamily="34" charset="0"/>
            </a:endParaRPr>
          </a:p>
        </p:txBody>
      </p:sp>
      <p:sp>
        <p:nvSpPr>
          <p:cNvPr id="58" name="AutoShape 6"/>
          <p:cNvSpPr>
            <a:spLocks noChangeArrowheads="1"/>
          </p:cNvSpPr>
          <p:nvPr/>
        </p:nvSpPr>
        <p:spPr bwMode="auto">
          <a:xfrm>
            <a:off x="1602336" y="1788145"/>
            <a:ext cx="1946760" cy="787908"/>
          </a:xfrm>
          <a:prstGeom prst="rightArrow">
            <a:avLst>
              <a:gd name="adj1" fmla="val 100000"/>
              <a:gd name="adj2" fmla="val 32438"/>
            </a:avLst>
          </a:prstGeom>
          <a:gradFill flip="none" rotWithShape="1">
            <a:gsLst>
              <a:gs pos="0">
                <a:srgbClr val="70C4E2"/>
              </a:gs>
              <a:gs pos="50000">
                <a:srgbClr val="99CCFF"/>
              </a:gs>
              <a:gs pos="100000">
                <a:srgbClr val="CCECFF"/>
              </a:gs>
            </a:gsLst>
            <a:lin ang="16200000" scaled="1"/>
            <a:tileRect/>
          </a:gradFill>
          <a:ln>
            <a:noFill/>
          </a:ln>
          <a:effectLst>
            <a:outerShdw blurRad="50800" dist="38100" dir="5400000" rotWithShape="0">
              <a:srgbClr val="000000">
                <a:alpha val="43137"/>
              </a:srgbClr>
            </a:outerShdw>
          </a:effectLst>
          <a:scene3d>
            <a:camera prst="orthographicFront" fov="0">
              <a:rot lat="0" lon="0" rev="0"/>
            </a:camera>
            <a:lightRig rig="soft" dir="tl">
              <a:rot lat="0" lon="0" rev="20000000"/>
            </a:lightRig>
          </a:scene3d>
          <a:sp3d prstMaterial="matte">
            <a:bevelT w="63500" h="63500" prst="coolSlant"/>
          </a:sp3d>
        </p:spPr>
        <p:txBody>
          <a:bodyPr wrap="none" anchor="ctr"/>
          <a:lstStyle/>
          <a:p>
            <a:pPr algn="ctr" fontAlgn="auto">
              <a:spcBef>
                <a:spcPts val="0"/>
              </a:spcBef>
              <a:spcAft>
                <a:spcPts val="0"/>
              </a:spcAft>
              <a:defRPr/>
            </a:pPr>
            <a:r>
              <a:rPr lang="zh-CN" altLang="en-US" sz="2400" b="1" dirty="0">
                <a:latin typeface="微软雅黑" panose="020B0503020204020204" pitchFamily="34" charset="-122"/>
                <a:ea typeface="微软雅黑" panose="020B0503020204020204" pitchFamily="34" charset="-122"/>
              </a:rPr>
              <a:t>一</a:t>
            </a:r>
            <a:endParaRPr lang="zh-CN" altLang="en-US" sz="2400" b="1" dirty="0">
              <a:latin typeface="微软雅黑" panose="020B0503020204020204" pitchFamily="34" charset="-122"/>
              <a:ea typeface="微软雅黑" panose="020B0503020204020204" pitchFamily="34" charset="-122"/>
            </a:endParaRPr>
          </a:p>
        </p:txBody>
      </p:sp>
      <p:sp>
        <p:nvSpPr>
          <p:cNvPr id="12" name="圆角矩形 11"/>
          <p:cNvSpPr/>
          <p:nvPr/>
        </p:nvSpPr>
        <p:spPr bwMode="auto">
          <a:xfrm>
            <a:off x="2768702" y="2660991"/>
            <a:ext cx="4678363" cy="647700"/>
          </a:xfrm>
          <a:prstGeom prst="roundRect">
            <a:avLst>
              <a:gd name="adj" fmla="val 26124"/>
            </a:avLst>
          </a:prstGeom>
        </p:spPr>
        <p:style>
          <a:lnRef idx="1">
            <a:schemeClr val="accent5"/>
          </a:lnRef>
          <a:fillRef idx="2">
            <a:schemeClr val="accent5"/>
          </a:fillRef>
          <a:effectRef idx="1">
            <a:schemeClr val="accent5"/>
          </a:effectRef>
          <a:fontRef idx="minor">
            <a:schemeClr val="dk1"/>
          </a:fontRef>
        </p:style>
        <p:txBody>
          <a:bodyPr wrap="none" anchor="ctr"/>
          <a:lstStyle/>
          <a:p>
            <a:pPr marL="360680" lvl="1" algn="l">
              <a:spcBef>
                <a:spcPct val="20000"/>
              </a:spcBef>
              <a:buClr>
                <a:srgbClr val="FD0000"/>
              </a:buClr>
              <a:defRPr/>
            </a:pPr>
            <a:r>
              <a:rPr lang="en-US" altLang="zh-CN" sz="2000" kern="0" dirty="0">
                <a:solidFill>
                  <a:srgbClr val="000000"/>
                </a:solidFill>
                <a:sym typeface="+mn-ea"/>
              </a:rPr>
              <a:t>        SQL</a:t>
            </a:r>
            <a:r>
              <a:rPr lang="zh-CN" altLang="en-US" sz="2000" kern="0" dirty="0">
                <a:solidFill>
                  <a:srgbClr val="000000"/>
                </a:solidFill>
                <a:sym typeface="+mn-ea"/>
              </a:rPr>
              <a:t>分析</a:t>
            </a:r>
            <a:r>
              <a:rPr lang="en-US" altLang="zh-CN" sz="2000" kern="0" dirty="0">
                <a:solidFill>
                  <a:srgbClr val="000000"/>
                </a:solidFill>
                <a:sym typeface="+mn-ea"/>
              </a:rPr>
              <a:t>(</a:t>
            </a:r>
            <a:r>
              <a:rPr lang="en-US" altLang="zh-TW" sz="2000" dirty="0">
                <a:cs typeface="宋体" panose="02010600030101010101" pitchFamily="2" charset="-122"/>
                <a:sym typeface="+mn-ea"/>
              </a:rPr>
              <a:t>SET EXPLAIN</a:t>
            </a:r>
            <a:r>
              <a:rPr lang="en-US" altLang="zh-CN" sz="2000" dirty="0">
                <a:cs typeface="宋体" panose="02010600030101010101" pitchFamily="2" charset="-122"/>
                <a:sym typeface="+mn-ea"/>
              </a:rPr>
              <a:t>)</a:t>
            </a:r>
            <a:endParaRPr lang="zh-CN" altLang="en-US" sz="2000" dirty="0">
              <a:solidFill>
                <a:schemeClr val="tx1"/>
              </a:solidFill>
              <a:ea typeface="宋体" panose="02010600030101010101" pitchFamily="2" charset="-122"/>
              <a:cs typeface="Arial" panose="020B0604020202020204" pitchFamily="34" charset="0"/>
              <a:sym typeface="+mn-ea"/>
            </a:endParaRPr>
          </a:p>
        </p:txBody>
      </p:sp>
      <p:sp>
        <p:nvSpPr>
          <p:cNvPr id="13" name="AutoShape 6"/>
          <p:cNvSpPr>
            <a:spLocks noChangeArrowheads="1"/>
          </p:cNvSpPr>
          <p:nvPr/>
        </p:nvSpPr>
        <p:spPr bwMode="auto">
          <a:xfrm>
            <a:off x="1612847" y="2588500"/>
            <a:ext cx="1946760" cy="813135"/>
          </a:xfrm>
          <a:prstGeom prst="rightArrow">
            <a:avLst>
              <a:gd name="adj1" fmla="val 100000"/>
              <a:gd name="adj2" fmla="val 32438"/>
            </a:avLst>
          </a:prstGeom>
          <a:gradFill flip="none" rotWithShape="1">
            <a:gsLst>
              <a:gs pos="0">
                <a:srgbClr val="70C4E2"/>
              </a:gs>
              <a:gs pos="50000">
                <a:srgbClr val="99CCFF"/>
              </a:gs>
              <a:gs pos="100000">
                <a:srgbClr val="CCECFF"/>
              </a:gs>
            </a:gsLst>
            <a:lin ang="16200000" scaled="1"/>
            <a:tileRect/>
          </a:gradFill>
          <a:ln>
            <a:noFill/>
          </a:ln>
          <a:effectLst>
            <a:outerShdw blurRad="50800" dist="38100" dir="5400000" rotWithShape="0">
              <a:srgbClr val="000000">
                <a:alpha val="43137"/>
              </a:srgbClr>
            </a:outerShdw>
          </a:effectLst>
          <a:scene3d>
            <a:camera prst="orthographicFront" fov="0">
              <a:rot lat="0" lon="0" rev="0"/>
            </a:camera>
            <a:lightRig rig="soft" dir="tl">
              <a:rot lat="0" lon="0" rev="20000000"/>
            </a:lightRig>
          </a:scene3d>
          <a:sp3d prstMaterial="matte">
            <a:bevelT w="63500" h="63500" prst="coolSlant"/>
          </a:sp3d>
        </p:spPr>
        <p:txBody>
          <a:bodyPr wrap="none" anchor="ctr"/>
          <a:lstStyle/>
          <a:p>
            <a:pPr marL="227330" indent="-227330" algn="ctr">
              <a:spcBef>
                <a:spcPct val="20000"/>
              </a:spcBef>
              <a:buClr>
                <a:srgbClr val="FD0000"/>
              </a:buClr>
              <a:defRPr/>
            </a:pPr>
            <a:r>
              <a:rPr lang="zh-CN" altLang="en-US" sz="2400" b="1" kern="0" dirty="0">
                <a:latin typeface="微软雅黑" panose="020B0503020204020204" pitchFamily="34" charset="-122"/>
                <a:ea typeface="微软雅黑" panose="020B0503020204020204" pitchFamily="34" charset="-122"/>
              </a:rPr>
              <a:t>二</a:t>
            </a:r>
            <a:endParaRPr lang="zh-CN" altLang="en-US" sz="2400" b="1" kern="0" dirty="0">
              <a:latin typeface="微软雅黑" panose="020B0503020204020204" pitchFamily="34" charset="-122"/>
              <a:ea typeface="微软雅黑" panose="020B0503020204020204" pitchFamily="34" charset="-122"/>
            </a:endParaRPr>
          </a:p>
        </p:txBody>
      </p:sp>
      <p:sp>
        <p:nvSpPr>
          <p:cNvPr id="59" name="圆角矩形 58"/>
          <p:cNvSpPr/>
          <p:nvPr/>
        </p:nvSpPr>
        <p:spPr bwMode="auto">
          <a:xfrm>
            <a:off x="2773957" y="3481077"/>
            <a:ext cx="4678363" cy="647700"/>
          </a:xfrm>
          <a:prstGeom prst="roundRect">
            <a:avLst>
              <a:gd name="adj" fmla="val 26124"/>
            </a:avLst>
          </a:prstGeom>
        </p:spPr>
        <p:style>
          <a:lnRef idx="1">
            <a:schemeClr val="accent2"/>
          </a:lnRef>
          <a:fillRef idx="2">
            <a:schemeClr val="accent2"/>
          </a:fillRef>
          <a:effectRef idx="1">
            <a:schemeClr val="accent2"/>
          </a:effectRef>
          <a:fontRef idx="minor">
            <a:schemeClr val="dk1"/>
          </a:fontRef>
        </p:style>
        <p:txBody>
          <a:bodyPr wrap="none" anchor="ctr"/>
          <a:lstStyle/>
          <a:p>
            <a:pPr marL="360680" lvl="1" algn="ctr">
              <a:spcBef>
                <a:spcPct val="20000"/>
              </a:spcBef>
              <a:buClr>
                <a:srgbClr val="FD0000"/>
              </a:buClr>
              <a:defRPr/>
            </a:pPr>
            <a:r>
              <a:rPr lang="zh-CN" altLang="en-US" sz="2000" b="1" kern="0" dirty="0">
                <a:solidFill>
                  <a:srgbClr val="000000"/>
                </a:solidFill>
              </a:rPr>
              <a:t> </a:t>
            </a:r>
            <a:r>
              <a:rPr kumimoji="1" lang="en-US" altLang="zh-CN" sz="2000" dirty="0">
                <a:sym typeface="+mn-ea"/>
              </a:rPr>
              <a:t>SQL </a:t>
            </a:r>
            <a:r>
              <a:rPr kumimoji="1" lang="zh-CN" altLang="en-US" sz="2000" dirty="0">
                <a:sym typeface="+mn-ea"/>
              </a:rPr>
              <a:t>优化</a:t>
            </a:r>
            <a:endParaRPr lang="en-US" altLang="zh-CN" sz="2000" b="1" kern="0" dirty="0">
              <a:solidFill>
                <a:srgbClr val="000000"/>
              </a:solidFill>
            </a:endParaRPr>
          </a:p>
        </p:txBody>
      </p:sp>
      <p:sp>
        <p:nvSpPr>
          <p:cNvPr id="60" name="AutoShape 6"/>
          <p:cNvSpPr>
            <a:spLocks noChangeArrowheads="1"/>
          </p:cNvSpPr>
          <p:nvPr/>
        </p:nvSpPr>
        <p:spPr bwMode="auto">
          <a:xfrm>
            <a:off x="1618102" y="3399707"/>
            <a:ext cx="1946760" cy="813135"/>
          </a:xfrm>
          <a:prstGeom prst="rightArrow">
            <a:avLst>
              <a:gd name="adj1" fmla="val 100000"/>
              <a:gd name="adj2" fmla="val 32438"/>
            </a:avLst>
          </a:prstGeom>
          <a:gradFill flip="none" rotWithShape="1">
            <a:gsLst>
              <a:gs pos="0">
                <a:srgbClr val="70C4E2"/>
              </a:gs>
              <a:gs pos="50000">
                <a:srgbClr val="99CCFF"/>
              </a:gs>
              <a:gs pos="100000">
                <a:srgbClr val="CCECFF"/>
              </a:gs>
            </a:gsLst>
            <a:lin ang="16200000" scaled="1"/>
            <a:tileRect/>
          </a:gradFill>
          <a:ln>
            <a:noFill/>
          </a:ln>
          <a:effectLst>
            <a:outerShdw blurRad="50800" dist="38100" dir="5400000" rotWithShape="0">
              <a:srgbClr val="000000">
                <a:alpha val="43137"/>
              </a:srgbClr>
            </a:outerShdw>
          </a:effectLst>
          <a:scene3d>
            <a:camera prst="orthographicFront" fov="0">
              <a:rot lat="0" lon="0" rev="0"/>
            </a:camera>
            <a:lightRig rig="soft" dir="tl">
              <a:rot lat="0" lon="0" rev="20000000"/>
            </a:lightRig>
          </a:scene3d>
          <a:sp3d prstMaterial="matte">
            <a:bevelT w="63500" h="63500" prst="coolSlant"/>
          </a:sp3d>
        </p:spPr>
        <p:txBody>
          <a:bodyPr wrap="none" anchor="ctr"/>
          <a:lstStyle/>
          <a:p>
            <a:pPr marL="227330" indent="-227330" algn="ctr">
              <a:spcBef>
                <a:spcPct val="20000"/>
              </a:spcBef>
              <a:buClr>
                <a:srgbClr val="FD0000"/>
              </a:buClr>
              <a:defRPr/>
            </a:pPr>
            <a:r>
              <a:rPr lang="zh-CN" altLang="en-US" sz="2400" b="1" kern="0" dirty="0">
                <a:latin typeface="微软雅黑" panose="020B0503020204020204" pitchFamily="34" charset="-122"/>
                <a:ea typeface="微软雅黑" panose="020B0503020204020204" pitchFamily="34" charset="-122"/>
              </a:rPr>
              <a:t>三</a:t>
            </a:r>
            <a:endParaRPr lang="zh-CN" altLang="en-US" sz="2400" b="1" kern="0" dirty="0">
              <a:latin typeface="微软雅黑" panose="020B0503020204020204" pitchFamily="34" charset="-122"/>
              <a:ea typeface="微软雅黑" panose="020B0503020204020204" pitchFamily="34" charset="-122"/>
            </a:endParaRPr>
          </a:p>
        </p:txBody>
      </p:sp>
      <p:sp>
        <p:nvSpPr>
          <p:cNvPr id="14" name="灯片编号占位符 13"/>
          <p:cNvSpPr>
            <a:spLocks noGrp="1"/>
          </p:cNvSpPr>
          <p:nvPr>
            <p:ph type="sldNum" sz="quarter" idx="4294967295"/>
          </p:nvPr>
        </p:nvSpPr>
        <p:spPr>
          <a:xfrm>
            <a:off x="0" y="6457950"/>
            <a:ext cx="9144000" cy="365125"/>
          </a:xfrm>
          <a:prstGeom prst="rect">
            <a:avLst/>
          </a:prstGeom>
        </p:spPr>
        <p:txBody>
          <a:bodyPr/>
          <a:lstStyle/>
          <a:p>
            <a:pPr>
              <a:buClr>
                <a:srgbClr val="FD0000"/>
              </a:buClr>
              <a:defRPr/>
            </a:pPr>
            <a:fld id="{F573F9B9-ACF9-4EF4-B2EB-E3BC326B9101}" type="slidenum">
              <a:rPr lang="zh-CN" altLang="en-US" smtClean="0"/>
            </a:fld>
            <a:endParaRPr lang="zh-CN" altLang="en-US"/>
          </a:p>
        </p:txBody>
      </p:sp>
      <p:sp>
        <p:nvSpPr>
          <p:cNvPr id="15" name="标题 27"/>
          <p:cNvSpPr>
            <a:spLocks noGrp="1"/>
          </p:cNvSpPr>
          <p:nvPr>
            <p:ph type="title"/>
          </p:nvPr>
        </p:nvSpPr>
        <p:spPr>
          <a:xfrm>
            <a:off x="255588" y="244475"/>
            <a:ext cx="8620125" cy="517525"/>
          </a:xfrm>
        </p:spPr>
        <p:txBody>
          <a:bodyPr/>
          <a:lstStyle/>
          <a:p>
            <a:r>
              <a:rPr lang="zh-CN" altLang="en-US" dirty="0"/>
              <a:t>目录</a:t>
            </a:r>
            <a:endParaRPr lang="zh-CN" altLang="en-US" dirty="0"/>
          </a:p>
        </p:txBody>
      </p:sp>
    </p:spTree>
  </p:cSld>
  <p:clrMapOvr>
    <a:masterClrMapping/>
  </p:clrMapOvr>
  <p:transition>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677545" y="304800"/>
            <a:ext cx="8360410" cy="482600"/>
          </a:xfrm>
        </p:spPr>
        <p:txBody>
          <a:bodyPr/>
          <a:lstStyle/>
          <a:p>
            <a:pPr algn="l" eaLnBrk="1" hangingPunct="1"/>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测量</a:t>
            </a:r>
            <a:r>
              <a:rPr lang="en-US" altLang="zh-CN" b="1" dirty="0">
                <a:latin typeface="微软雅黑" panose="020B0503020204020204" pitchFamily="34" charset="-122"/>
                <a:ea typeface="微软雅黑" panose="020B0503020204020204" pitchFamily="34" charset="-122"/>
                <a:cs typeface="微软雅黑" panose="020B0503020204020204" pitchFamily="34" charset="-122"/>
              </a:rPr>
              <a:t>(measurement)</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工具</a:t>
            </a:r>
            <a:r>
              <a:rPr lang="zh-TW" altLang="en-US" b="1"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TW" b="1"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TW" b="1" dirty="0" err="1">
                <a:latin typeface="微软雅黑" panose="020B0503020204020204" pitchFamily="34" charset="-122"/>
                <a:ea typeface="微软雅黑" panose="020B0503020204020204" pitchFamily="34" charset="-122"/>
                <a:cs typeface="微软雅黑" panose="020B0503020204020204" pitchFamily="34" charset="-122"/>
              </a:rPr>
              <a:t>dbaccess</a:t>
            </a:r>
            <a:r>
              <a:rPr lang="en-US" altLang="zh-TW" b="1" dirty="0">
                <a:latin typeface="微软雅黑" panose="020B0503020204020204" pitchFamily="34" charset="-122"/>
                <a:ea typeface="微软雅黑" panose="020B0503020204020204" pitchFamily="34" charset="-122"/>
                <a:cs typeface="微软雅黑" panose="020B0503020204020204" pitchFamily="34" charset="-122"/>
              </a:rPr>
              <a:t> and time</a:t>
            </a:r>
            <a:endParaRPr lang="en-US" altLang="zh-TW" b="1"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6387" name="Rectangle 3"/>
          <p:cNvSpPr>
            <a:spLocks noGrp="1" noChangeArrowheads="1"/>
          </p:cNvSpPr>
          <p:nvPr>
            <p:ph idx="1"/>
          </p:nvPr>
        </p:nvSpPr>
        <p:spPr>
          <a:xfrm>
            <a:off x="611560" y="1124744"/>
            <a:ext cx="7611690" cy="864096"/>
          </a:xfrm>
        </p:spPr>
        <p:txBody>
          <a:bodyPr>
            <a:noAutofit/>
          </a:bodyPr>
          <a:lstStyle/>
          <a:p>
            <a:pPr eaLnBrk="1" hangingPunct="1">
              <a:lnSpc>
                <a:spcPct val="12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如何测量一个</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SQL </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执行的时间</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lnSpc>
                <a:spcPct val="12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如何使用一个简单的方法</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endParaRPr lang="en-US" altLang="zh-TW" sz="18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灯片编号占位符 9"/>
          <p:cNvSpPr>
            <a:spLocks noGrp="1"/>
          </p:cNvSpPr>
          <p:nvPr>
            <p:ph type="sldNum" sz="quarter" idx="4294967295"/>
          </p:nvPr>
        </p:nvSpPr>
        <p:spPr>
          <a:xfrm>
            <a:off x="0" y="6457950"/>
            <a:ext cx="9144000" cy="365125"/>
          </a:xfrm>
          <a:prstGeom prst="rect">
            <a:avLst/>
          </a:prstGeom>
        </p:spPr>
        <p:txBody>
          <a:bodyPr vert="horz" wrap="square" lIns="91440" tIns="45720" rIns="91440" bIns="45720" numCol="1" anchor="ctr" anchorCtr="0" compatLnSpc="1"/>
          <a:lstStyle>
            <a:lvl1pPr algn="r">
              <a:defRPr sz="1200" b="0">
                <a:solidFill>
                  <a:schemeClr val="bg1">
                    <a:lumMod val="50000"/>
                  </a:schemeClr>
                </a:solidFill>
                <a:latin typeface="+mn-lt"/>
                <a:ea typeface="宋体" panose="02010600030101010101" pitchFamily="2" charset="-122"/>
              </a:defRPr>
            </a:lvl1pPr>
          </a:lstStyle>
          <a:p>
            <a:fld id="{84CFB1C9-13D2-4FCA-8E43-5D048D3AC9EF}" type="slidenum">
              <a:rPr kumimoji="1" lang="zh-CN" altLang="en-US" smtClean="0"/>
            </a:fld>
            <a:endParaRPr kumimoji="1" lang="zh-CN" altLang="en-US" dirty="0"/>
          </a:p>
        </p:txBody>
      </p:sp>
      <p:sp>
        <p:nvSpPr>
          <p:cNvPr id="2" name="文本框 1"/>
          <p:cNvSpPr txBox="1"/>
          <p:nvPr/>
        </p:nvSpPr>
        <p:spPr>
          <a:xfrm>
            <a:off x="899160" y="2132965"/>
            <a:ext cx="7461885" cy="2579370"/>
          </a:xfrm>
          <a:prstGeom prst="rect">
            <a:avLst/>
          </a:prstGeom>
          <a:solidFill>
            <a:schemeClr val="accent3">
              <a:lumMod val="85000"/>
            </a:schemeClr>
          </a:solidFill>
          <a:ln>
            <a:solidFill>
              <a:srgbClr val="0000FF"/>
            </a:solidFill>
          </a:ln>
        </p:spPr>
        <p:txBody>
          <a:bodyPr wrap="square" rtlCol="0">
            <a:spAutoFit/>
          </a:bodyPr>
          <a:lstStyle/>
          <a:p>
            <a:r>
              <a:rPr lang="en-US" altLang="zh-TW" dirty="0">
                <a:latin typeface="微软雅黑" panose="020B0503020204020204" pitchFamily="34" charset="-122"/>
                <a:ea typeface="微软雅黑" panose="020B0503020204020204" pitchFamily="34" charset="-122"/>
                <a:cs typeface="微软雅黑" panose="020B0503020204020204" pitchFamily="34" charset="-122"/>
              </a:rPr>
              <a:t>% time </a:t>
            </a:r>
            <a:r>
              <a:rPr lang="en-US" altLang="zh-TW" dirty="0" err="1">
                <a:latin typeface="微软雅黑" panose="020B0503020204020204" pitchFamily="34" charset="-122"/>
                <a:ea typeface="微软雅黑" panose="020B0503020204020204" pitchFamily="34" charset="-122"/>
                <a:cs typeface="微软雅黑" panose="020B0503020204020204" pitchFamily="34" charset="-122"/>
              </a:rPr>
              <a:t>dbaccess</a:t>
            </a:r>
            <a:r>
              <a:rPr lang="en-US" altLang="zh-TW"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TW" dirty="0" err="1">
                <a:latin typeface="微软雅黑" panose="020B0503020204020204" pitchFamily="34" charset="-122"/>
                <a:ea typeface="微软雅黑" panose="020B0503020204020204" pitchFamily="34" charset="-122"/>
                <a:cs typeface="微软雅黑" panose="020B0503020204020204" pitchFamily="34" charset="-122"/>
              </a:rPr>
              <a:t>store_demo</a:t>
            </a:r>
            <a:r>
              <a:rPr lang="en-US" altLang="zh-TW"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TW" dirty="0" err="1">
                <a:latin typeface="微软雅黑" panose="020B0503020204020204" pitchFamily="34" charset="-122"/>
                <a:ea typeface="微软雅黑" panose="020B0503020204020204" pitchFamily="34" charset="-122"/>
                <a:cs typeface="微软雅黑" panose="020B0503020204020204" pitchFamily="34" charset="-122"/>
              </a:rPr>
              <a:t>sel_join.sql</a:t>
            </a:r>
            <a:r>
              <a:rPr lang="en-US" altLang="zh-TW" dirty="0">
                <a:latin typeface="微软雅黑" panose="020B0503020204020204" pitchFamily="34" charset="-122"/>
                <a:ea typeface="微软雅黑" panose="020B0503020204020204" pitchFamily="34" charset="-122"/>
                <a:cs typeface="微软雅黑" panose="020B0503020204020204" pitchFamily="34" charset="-122"/>
              </a:rPr>
              <a:t> </a:t>
            </a:r>
            <a:endParaRPr lang="en-US" altLang="zh-TW" dirty="0">
              <a:latin typeface="微软雅黑" panose="020B0503020204020204" pitchFamily="34" charset="-122"/>
              <a:ea typeface="微软雅黑" panose="020B0503020204020204" pitchFamily="34" charset="-122"/>
              <a:cs typeface="微软雅黑" panose="020B0503020204020204" pitchFamily="34" charset="-122"/>
            </a:endParaRPr>
          </a:p>
          <a:p>
            <a:r>
              <a:rPr lang="en-US" altLang="zh-TW" dirty="0">
                <a:latin typeface="微软雅黑" panose="020B0503020204020204" pitchFamily="34" charset="-122"/>
                <a:ea typeface="微软雅黑" panose="020B0503020204020204" pitchFamily="34" charset="-122"/>
                <a:cs typeface="微软雅黑" panose="020B0503020204020204" pitchFamily="34" charset="-122"/>
              </a:rPr>
              <a:t>Database selected. </a:t>
            </a:r>
            <a:endParaRPr lang="en-US" altLang="zh-TW" dirty="0">
              <a:latin typeface="微软雅黑" panose="020B0503020204020204" pitchFamily="34" charset="-122"/>
              <a:ea typeface="微软雅黑" panose="020B0503020204020204" pitchFamily="34" charset="-122"/>
              <a:cs typeface="微软雅黑" panose="020B0503020204020204" pitchFamily="34" charset="-122"/>
            </a:endParaRPr>
          </a:p>
          <a:p>
            <a:r>
              <a:rPr lang="en-US" altLang="zh-TW" dirty="0">
                <a:latin typeface="微软雅黑" panose="020B0503020204020204" pitchFamily="34" charset="-122"/>
                <a:ea typeface="微软雅黑" panose="020B0503020204020204" pitchFamily="34" charset="-122"/>
                <a:cs typeface="微软雅黑" panose="020B0503020204020204" pitchFamily="34" charset="-122"/>
              </a:rPr>
              <a:t>(count(*)) 5958 1 row(s) retrieved. </a:t>
            </a:r>
            <a:endParaRPr lang="en-US" altLang="zh-TW" dirty="0">
              <a:latin typeface="微软雅黑" panose="020B0503020204020204" pitchFamily="34" charset="-122"/>
              <a:ea typeface="微软雅黑" panose="020B0503020204020204" pitchFamily="34" charset="-122"/>
              <a:cs typeface="微软雅黑" panose="020B0503020204020204" pitchFamily="34" charset="-122"/>
            </a:endParaRPr>
          </a:p>
          <a:p>
            <a:r>
              <a:rPr lang="en-US" altLang="zh-TW" dirty="0">
                <a:latin typeface="微软雅黑" panose="020B0503020204020204" pitchFamily="34" charset="-122"/>
                <a:ea typeface="微软雅黑" panose="020B0503020204020204" pitchFamily="34" charset="-122"/>
                <a:cs typeface="微软雅黑" panose="020B0503020204020204" pitchFamily="34" charset="-122"/>
              </a:rPr>
              <a:t>Database closed. </a:t>
            </a:r>
            <a:endParaRPr lang="en-US" altLang="zh-TW" dirty="0">
              <a:latin typeface="微软雅黑" panose="020B0503020204020204" pitchFamily="34" charset="-122"/>
              <a:ea typeface="微软雅黑" panose="020B0503020204020204" pitchFamily="34" charset="-122"/>
              <a:cs typeface="微软雅黑" panose="020B0503020204020204" pitchFamily="34" charset="-122"/>
            </a:endParaRPr>
          </a:p>
          <a:p>
            <a:endParaRPr lang="en-US" altLang="zh-TW" dirty="0">
              <a:latin typeface="微软雅黑" panose="020B0503020204020204" pitchFamily="34" charset="-122"/>
              <a:ea typeface="微软雅黑" panose="020B0503020204020204" pitchFamily="34" charset="-122"/>
              <a:cs typeface="微软雅黑" panose="020B0503020204020204" pitchFamily="34" charset="-122"/>
            </a:endParaRPr>
          </a:p>
          <a:p>
            <a:r>
              <a:rPr lang="en-US" altLang="zh-TW" dirty="0">
                <a:latin typeface="微软雅黑" panose="020B0503020204020204" pitchFamily="34" charset="-122"/>
                <a:ea typeface="微软雅黑" panose="020B0503020204020204" pitchFamily="34" charset="-122"/>
                <a:cs typeface="微软雅黑" panose="020B0503020204020204" pitchFamily="34" charset="-122"/>
              </a:rPr>
              <a:t>real 0m0.09s </a:t>
            </a:r>
            <a:endParaRPr lang="en-US" altLang="zh-TW" dirty="0">
              <a:latin typeface="微软雅黑" panose="020B0503020204020204" pitchFamily="34" charset="-122"/>
              <a:ea typeface="微软雅黑" panose="020B0503020204020204" pitchFamily="34" charset="-122"/>
              <a:cs typeface="微软雅黑" panose="020B0503020204020204" pitchFamily="34" charset="-122"/>
            </a:endParaRPr>
          </a:p>
          <a:p>
            <a:r>
              <a:rPr lang="en-US" altLang="zh-TW" dirty="0">
                <a:latin typeface="微软雅黑" panose="020B0503020204020204" pitchFamily="34" charset="-122"/>
                <a:ea typeface="微软雅黑" panose="020B0503020204020204" pitchFamily="34" charset="-122"/>
                <a:cs typeface="微软雅黑" panose="020B0503020204020204" pitchFamily="34" charset="-122"/>
              </a:rPr>
              <a:t>user 0m0.01s </a:t>
            </a:r>
            <a:endParaRPr lang="en-US" altLang="zh-TW" dirty="0">
              <a:latin typeface="微软雅黑" panose="020B0503020204020204" pitchFamily="34" charset="-122"/>
              <a:ea typeface="微软雅黑" panose="020B0503020204020204" pitchFamily="34" charset="-122"/>
              <a:cs typeface="微软雅黑" panose="020B0503020204020204" pitchFamily="34" charset="-122"/>
            </a:endParaRPr>
          </a:p>
          <a:p>
            <a:r>
              <a:rPr lang="en-US" altLang="zh-TW" dirty="0">
                <a:latin typeface="微软雅黑" panose="020B0503020204020204" pitchFamily="34" charset="-122"/>
                <a:ea typeface="微软雅黑" panose="020B0503020204020204" pitchFamily="34" charset="-122"/>
                <a:cs typeface="微软雅黑" panose="020B0503020204020204" pitchFamily="34" charset="-122"/>
              </a:rPr>
              <a:t>sys 0m0.06s </a:t>
            </a:r>
            <a:endParaRPr lang="en-US" altLang="zh-TW" dirty="0">
              <a:latin typeface="微软雅黑" panose="020B0503020204020204" pitchFamily="34" charset="-122"/>
              <a:ea typeface="微软雅黑" panose="020B0503020204020204" pitchFamily="34" charset="-122"/>
              <a:cs typeface="微软雅黑" panose="020B0503020204020204" pitchFamily="34" charset="-122"/>
            </a:endParaRPr>
          </a:p>
          <a:p>
            <a:endParaRPr kumimoji="1" lang="zh-CN" altLang="en-US" dirty="0"/>
          </a:p>
        </p:txBody>
      </p:sp>
      <p:sp>
        <p:nvSpPr>
          <p:cNvPr id="6" name="Rectangle 3"/>
          <p:cNvSpPr txBox="1">
            <a:spLocks noChangeArrowheads="1"/>
          </p:cNvSpPr>
          <p:nvPr/>
        </p:nvSpPr>
        <p:spPr bwMode="auto">
          <a:xfrm>
            <a:off x="611505" y="5026660"/>
            <a:ext cx="7611745" cy="864235"/>
          </a:xfrm>
          <a:prstGeom prst="rect">
            <a:avLst/>
          </a:prstGeom>
          <a:noFill/>
          <a:ln w="9525">
            <a:noFill/>
            <a:miter lim="800000"/>
          </a:ln>
        </p:spPr>
        <p:txBody>
          <a:bodyPr vert="horz" wrap="square" lIns="0" tIns="0" rIns="0" bIns="0" numCol="1" anchor="t" anchorCtr="0" compatLnSpc="1">
            <a:noAutofit/>
          </a:bodyPr>
          <a:lstStyle>
            <a:lvl1pPr marL="227330" indent="-227330" algn="l" rtl="0" eaLnBrk="0" fontAlgn="base" hangingPunct="0">
              <a:spcBef>
                <a:spcPct val="20000"/>
              </a:spcBef>
              <a:spcAft>
                <a:spcPct val="0"/>
              </a:spcAft>
              <a:buClr>
                <a:schemeClr val="accent1"/>
              </a:buClr>
              <a:buChar char="•"/>
              <a:defRPr sz="2000">
                <a:solidFill>
                  <a:schemeClr val="tx1"/>
                </a:solidFill>
                <a:latin typeface="微软雅黑" panose="020B0503020204020204" pitchFamily="34" charset="-122"/>
                <a:ea typeface="微软雅黑" panose="020B0503020204020204" pitchFamily="34" charset="-122"/>
                <a:cs typeface="+mn-cs"/>
              </a:defRPr>
            </a:lvl1pPr>
            <a:lvl2pPr marL="570230" indent="-228600" algn="l" rtl="0" eaLnBrk="0" fontAlgn="base" hangingPunct="0">
              <a:spcBef>
                <a:spcPct val="20000"/>
              </a:spcBef>
              <a:spcAft>
                <a:spcPct val="0"/>
              </a:spcAft>
              <a:buClr>
                <a:schemeClr val="accent1"/>
              </a:buClr>
              <a:buChar char="•"/>
              <a:defRPr sz="1600">
                <a:solidFill>
                  <a:schemeClr val="tx1"/>
                </a:solidFill>
                <a:latin typeface="微软雅黑" panose="020B0503020204020204" pitchFamily="34" charset="-122"/>
                <a:ea typeface="微软雅黑" panose="020B0503020204020204" pitchFamily="34" charset="-122"/>
              </a:defRPr>
            </a:lvl2pPr>
            <a:lvl3pPr marL="914400" indent="-230505" algn="l" rtl="0" eaLnBrk="0" fontAlgn="base" hangingPunct="0">
              <a:spcBef>
                <a:spcPct val="20000"/>
              </a:spcBef>
              <a:spcAft>
                <a:spcPct val="0"/>
              </a:spcAft>
              <a:buClr>
                <a:schemeClr val="accent1"/>
              </a:buClr>
              <a:buChar char="•"/>
              <a:defRPr sz="1600">
                <a:solidFill>
                  <a:schemeClr val="tx1"/>
                </a:solidFill>
                <a:latin typeface="微软雅黑" panose="020B0503020204020204" pitchFamily="34" charset="-122"/>
                <a:ea typeface="微软雅黑" panose="020B0503020204020204" pitchFamily="34" charset="-122"/>
              </a:defRPr>
            </a:lvl3pPr>
            <a:lvl4pPr marL="1259205" indent="-230505" algn="l" rtl="0" eaLnBrk="0" fontAlgn="base" hangingPunct="0">
              <a:spcBef>
                <a:spcPct val="20000"/>
              </a:spcBef>
              <a:spcAft>
                <a:spcPct val="0"/>
              </a:spcAft>
              <a:buClr>
                <a:schemeClr val="accent1"/>
              </a:buClr>
              <a:buChar char="•"/>
              <a:defRPr sz="1600">
                <a:solidFill>
                  <a:schemeClr val="tx1"/>
                </a:solidFill>
                <a:latin typeface="微软雅黑" panose="020B0503020204020204" pitchFamily="34" charset="-122"/>
                <a:ea typeface="微软雅黑" panose="020B0503020204020204" pitchFamily="34" charset="-122"/>
              </a:defRPr>
            </a:lvl4pPr>
            <a:lvl5pPr marL="1602105" indent="-228600" algn="l" rtl="0" eaLnBrk="0" fontAlgn="base" hangingPunct="0">
              <a:spcBef>
                <a:spcPct val="20000"/>
              </a:spcBef>
              <a:spcAft>
                <a:spcPct val="0"/>
              </a:spcAft>
              <a:buClr>
                <a:schemeClr val="accent1"/>
              </a:buClr>
              <a:buChar char="•"/>
              <a:defRPr sz="1600">
                <a:solidFill>
                  <a:schemeClr val="tx1"/>
                </a:solidFill>
                <a:latin typeface="微软雅黑" panose="020B0503020204020204" pitchFamily="34" charset="-122"/>
                <a:ea typeface="微软雅黑" panose="020B0503020204020204" pitchFamily="34" charset="-122"/>
              </a:defRPr>
            </a:lvl5pPr>
            <a:lvl6pPr marL="2059305" indent="-228600" algn="l" rtl="0" fontAlgn="base">
              <a:spcBef>
                <a:spcPct val="20000"/>
              </a:spcBef>
              <a:spcAft>
                <a:spcPct val="0"/>
              </a:spcAft>
              <a:buClr>
                <a:schemeClr val="accent1"/>
              </a:buClr>
              <a:buChar char="•"/>
              <a:defRPr sz="2000">
                <a:solidFill>
                  <a:schemeClr val="tx1"/>
                </a:solidFill>
                <a:latin typeface="+mn-lt"/>
              </a:defRPr>
            </a:lvl6pPr>
            <a:lvl7pPr marL="2516505" indent="-228600" algn="l" rtl="0" fontAlgn="base">
              <a:spcBef>
                <a:spcPct val="20000"/>
              </a:spcBef>
              <a:spcAft>
                <a:spcPct val="0"/>
              </a:spcAft>
              <a:buClr>
                <a:schemeClr val="accent1"/>
              </a:buClr>
              <a:buChar char="•"/>
              <a:defRPr sz="2000">
                <a:solidFill>
                  <a:schemeClr val="tx1"/>
                </a:solidFill>
                <a:latin typeface="+mn-lt"/>
              </a:defRPr>
            </a:lvl7pPr>
            <a:lvl8pPr marL="2973705" indent="-228600" algn="l" rtl="0" fontAlgn="base">
              <a:spcBef>
                <a:spcPct val="20000"/>
              </a:spcBef>
              <a:spcAft>
                <a:spcPct val="0"/>
              </a:spcAft>
              <a:buClr>
                <a:schemeClr val="accent1"/>
              </a:buClr>
              <a:buChar char="•"/>
              <a:defRPr sz="2000">
                <a:solidFill>
                  <a:schemeClr val="tx1"/>
                </a:solidFill>
                <a:latin typeface="+mn-lt"/>
              </a:defRPr>
            </a:lvl8pPr>
            <a:lvl9pPr marL="3430905" indent="-228600" algn="l" rtl="0" fontAlgn="base">
              <a:spcBef>
                <a:spcPct val="20000"/>
              </a:spcBef>
              <a:spcAft>
                <a:spcPct val="0"/>
              </a:spcAft>
              <a:buClr>
                <a:schemeClr val="accent1"/>
              </a:buClr>
              <a:buChar char="•"/>
              <a:defRPr sz="2000">
                <a:solidFill>
                  <a:schemeClr val="tx1"/>
                </a:solidFill>
                <a:latin typeface="+mn-lt"/>
              </a:defRPr>
            </a:lvl9pPr>
          </a:lstStyle>
          <a:p>
            <a:pPr eaLnBrk="1" hangingPunct="1"/>
            <a:r>
              <a:rPr lang="en-US" altLang="zh-CN" sz="1800" dirty="0">
                <a:latin typeface="微软雅黑" panose="020B0503020204020204" pitchFamily="34" charset="-122"/>
                <a:ea typeface="微软雅黑" panose="020B0503020204020204" pitchFamily="34" charset="-122"/>
                <a:cs typeface="微软雅黑" panose="020B0503020204020204" pitchFamily="34" charset="-122"/>
              </a:rPr>
              <a:t>SQL EXPLAIN </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是一个更精确的方法</a:t>
            </a:r>
            <a:endParaRPr lang="en-US" altLang="zh-TW" sz="18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algn="l" eaLnBrk="1" hangingPunct="1"/>
            <a:r>
              <a:rPr lang="en-US" altLang="zh-TW" b="1" dirty="0">
                <a:cs typeface="PMingLiU" panose="02020500000000000000" charset="-120"/>
              </a:rPr>
              <a:t>SET EXPLAIN – </a:t>
            </a:r>
            <a:r>
              <a:rPr lang="zh-CN" altLang="en-US" b="1" dirty="0">
                <a:cs typeface="宋体" panose="02010600030101010101" pitchFamily="2" charset="-122"/>
              </a:rPr>
              <a:t>测量工具</a:t>
            </a:r>
            <a:endParaRPr lang="zh-CN" altLang="en-US" b="1" dirty="0">
              <a:cs typeface="宋体" panose="02010600030101010101" pitchFamily="2" charset="-122"/>
            </a:endParaRPr>
          </a:p>
        </p:txBody>
      </p:sp>
      <p:sp>
        <p:nvSpPr>
          <p:cNvPr id="17411" name="Rectangle 3"/>
          <p:cNvSpPr>
            <a:spLocks noGrp="1" noChangeArrowheads="1"/>
          </p:cNvSpPr>
          <p:nvPr>
            <p:ph type="body" sz="half" idx="4294967295"/>
          </p:nvPr>
        </p:nvSpPr>
        <p:spPr>
          <a:xfrm>
            <a:off x="539552" y="980728"/>
            <a:ext cx="7786688" cy="1800200"/>
          </a:xfrm>
        </p:spPr>
        <p:txBody>
          <a:bodyPr>
            <a:noAutofit/>
          </a:bodyPr>
          <a:lstStyle/>
          <a:p>
            <a:pPr eaLnBrk="1" hangingPunct="1">
              <a:lnSpc>
                <a:spcPct val="125000"/>
              </a:lnSpc>
            </a:pPr>
            <a:r>
              <a:rPr lang="zh-CN" altLang="en-US" dirty="0">
                <a:cs typeface="宋体" panose="02010600030101010101" pitchFamily="2" charset="-122"/>
              </a:rPr>
              <a:t>执行一个</a:t>
            </a:r>
            <a:r>
              <a:rPr lang="en-US" altLang="zh-CN" dirty="0">
                <a:cs typeface="宋体" panose="02010600030101010101" pitchFamily="2" charset="-122"/>
              </a:rPr>
              <a:t>SQL</a:t>
            </a:r>
            <a:r>
              <a:rPr lang="zh-CN" altLang="en-US" dirty="0">
                <a:cs typeface="宋体" panose="02010600030101010101" pitchFamily="2" charset="-122"/>
              </a:rPr>
              <a:t>我们需要消耗多少资源</a:t>
            </a:r>
            <a:r>
              <a:rPr lang="en-US" altLang="zh-TW" dirty="0">
                <a:cs typeface="宋体" panose="02010600030101010101" pitchFamily="2" charset="-122"/>
              </a:rPr>
              <a:t>?</a:t>
            </a:r>
            <a:endParaRPr lang="en-US" altLang="zh-TW" dirty="0">
              <a:cs typeface="宋体" panose="02010600030101010101" pitchFamily="2" charset="-122"/>
            </a:endParaRPr>
          </a:p>
          <a:p>
            <a:pPr eaLnBrk="1" hangingPunct="1">
              <a:lnSpc>
                <a:spcPct val="125000"/>
              </a:lnSpc>
            </a:pPr>
            <a:r>
              <a:rPr lang="zh-CN" altLang="en-US" dirty="0">
                <a:cs typeface="宋体" panose="02010600030101010101" pitchFamily="2" charset="-122"/>
              </a:rPr>
              <a:t>我们怎样估算和衡量</a:t>
            </a:r>
            <a:r>
              <a:rPr lang="en-US" altLang="zh-CN" dirty="0">
                <a:cs typeface="宋体" panose="02010600030101010101" pitchFamily="2" charset="-122"/>
              </a:rPr>
              <a:t>SQL</a:t>
            </a:r>
            <a:r>
              <a:rPr lang="zh-CN" altLang="en-US" dirty="0">
                <a:cs typeface="宋体" panose="02010600030101010101" pitchFamily="2" charset="-122"/>
              </a:rPr>
              <a:t>的性能</a:t>
            </a:r>
            <a:r>
              <a:rPr lang="en-US" altLang="zh-TW" dirty="0">
                <a:cs typeface="宋体" panose="02010600030101010101" pitchFamily="2" charset="-122"/>
              </a:rPr>
              <a:t>?</a:t>
            </a:r>
            <a:endParaRPr lang="en-US" altLang="zh-TW" dirty="0">
              <a:cs typeface="宋体" panose="02010600030101010101" pitchFamily="2" charset="-122"/>
            </a:endParaRPr>
          </a:p>
          <a:p>
            <a:pPr eaLnBrk="1" hangingPunct="1">
              <a:lnSpc>
                <a:spcPct val="125000"/>
              </a:lnSpc>
            </a:pPr>
            <a:r>
              <a:rPr kumimoji="1" lang="en-US" altLang="zh-TW"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AVOID_EXECUTE</a:t>
            </a:r>
            <a:r>
              <a:rPr kumimoji="1" lang="zh-CN" altLang="en-US"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a:t>
            </a:r>
            <a:r>
              <a:rPr kumimoji="1" lang="zh-CN" altLang="en-US" dirty="0">
                <a:latin typeface="微软雅黑" panose="020B0503020204020204" pitchFamily="34" charset="-122"/>
                <a:ea typeface="微软雅黑" panose="020B0503020204020204" pitchFamily="34" charset="-122"/>
                <a:cs typeface="微软雅黑" panose="020B0503020204020204" pitchFamily="34" charset="-122"/>
              </a:rPr>
              <a:t>只是估算并不执行</a:t>
            </a:r>
            <a:endParaRPr kumimoji="1" lang="zh-CN" altLang="en-US" dirty="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lnSpc>
                <a:spcPct val="125000"/>
              </a:lnSpc>
            </a:pPr>
            <a:r>
              <a:rPr kumimoji="1" lang="zh-CN" altLang="en-US" dirty="0">
                <a:latin typeface="微软雅黑" panose="020B0503020204020204" pitchFamily="34" charset="-122"/>
                <a:ea typeface="微软雅黑" panose="020B0503020204020204" pitchFamily="34" charset="-122"/>
                <a:cs typeface="微软雅黑" panose="020B0503020204020204" pitchFamily="34" charset="-122"/>
              </a:rPr>
              <a:t>产生</a:t>
            </a:r>
            <a:r>
              <a:rPr kumimoji="1" lang="en-US" altLang="zh-CN" dirty="0">
                <a:latin typeface="微软雅黑" panose="020B0503020204020204" pitchFamily="34" charset="-122"/>
                <a:ea typeface="微软雅黑" panose="020B0503020204020204" pitchFamily="34" charset="-122"/>
                <a:cs typeface="微软雅黑" panose="020B0503020204020204" pitchFamily="34" charset="-122"/>
              </a:rPr>
              <a:t> </a:t>
            </a:r>
            <a:r>
              <a:rPr kumimoji="1" lang="en-US" altLang="zh-CN" dirty="0" err="1">
                <a:latin typeface="微软雅黑" panose="020B0503020204020204" pitchFamily="34" charset="-122"/>
                <a:ea typeface="微软雅黑" panose="020B0503020204020204" pitchFamily="34" charset="-122"/>
                <a:cs typeface="微软雅黑" panose="020B0503020204020204" pitchFamily="34" charset="-122"/>
              </a:rPr>
              <a:t>sqlexplain.out</a:t>
            </a:r>
            <a:endParaRPr lang="en-US" altLang="zh-TW" dirty="0">
              <a:cs typeface="宋体" panose="02010600030101010101" pitchFamily="2" charset="-122"/>
            </a:endParaRPr>
          </a:p>
          <a:p>
            <a:pPr eaLnBrk="1" hangingPunct="1">
              <a:lnSpc>
                <a:spcPct val="125000"/>
              </a:lnSpc>
            </a:pPr>
            <a:endParaRPr lang="en-US" altLang="zh-TW" dirty="0">
              <a:cs typeface="宋体" panose="02010600030101010101" pitchFamily="2" charset="-122"/>
            </a:endParaRPr>
          </a:p>
        </p:txBody>
      </p:sp>
      <p:sp>
        <p:nvSpPr>
          <p:cNvPr id="5" name="灯片编号占位符 9"/>
          <p:cNvSpPr>
            <a:spLocks noGrp="1"/>
          </p:cNvSpPr>
          <p:nvPr>
            <p:ph type="sldNum" sz="quarter" idx="4294967295"/>
          </p:nvPr>
        </p:nvSpPr>
        <p:spPr>
          <a:xfrm>
            <a:off x="0" y="6457950"/>
            <a:ext cx="9144000" cy="365125"/>
          </a:xfrm>
          <a:prstGeom prst="rect">
            <a:avLst/>
          </a:prstGeom>
        </p:spPr>
        <p:txBody>
          <a:bodyPr vert="horz" wrap="square" lIns="91440" tIns="45720" rIns="91440" bIns="45720" numCol="1" anchor="ctr" anchorCtr="0" compatLnSpc="1"/>
          <a:lstStyle>
            <a:lvl1pPr algn="r">
              <a:defRPr sz="1200" b="0">
                <a:solidFill>
                  <a:schemeClr val="bg1">
                    <a:lumMod val="50000"/>
                  </a:schemeClr>
                </a:solidFill>
                <a:latin typeface="+mn-lt"/>
                <a:ea typeface="宋体" panose="02010600030101010101" pitchFamily="2" charset="-122"/>
              </a:defRPr>
            </a:lvl1pPr>
          </a:lstStyle>
          <a:p>
            <a:fld id="{84CFB1C9-13D2-4FCA-8E43-5D048D3AC9EF}" type="slidenum">
              <a:rPr kumimoji="1" lang="zh-CN" altLang="en-US" smtClean="0"/>
            </a:fld>
            <a:endParaRPr kumimoji="1" lang="zh-CN" altLang="en-US" dirty="0"/>
          </a:p>
        </p:txBody>
      </p:sp>
      <p:sp>
        <p:nvSpPr>
          <p:cNvPr id="3" name="文本框 2"/>
          <p:cNvSpPr txBox="1"/>
          <p:nvPr/>
        </p:nvSpPr>
        <p:spPr>
          <a:xfrm>
            <a:off x="826825" y="2996952"/>
            <a:ext cx="7416824" cy="2876172"/>
          </a:xfrm>
          <a:prstGeom prst="rect">
            <a:avLst/>
          </a:prstGeom>
          <a:solidFill>
            <a:srgbClr val="E6E6E6"/>
          </a:solidFill>
          <a:ln>
            <a:solidFill>
              <a:srgbClr val="0000FF"/>
            </a:solidFill>
          </a:ln>
        </p:spPr>
        <p:txBody>
          <a:bodyPr wrap="square" rtlCol="0">
            <a:spAutoFit/>
          </a:bodyPr>
          <a:lstStyle/>
          <a:p>
            <a:pPr lvl="0" fontAlgn="base">
              <a:lnSpc>
                <a:spcPct val="130000"/>
              </a:lnSpc>
              <a:spcBef>
                <a:spcPct val="20000"/>
              </a:spcBef>
              <a:spcAft>
                <a:spcPct val="0"/>
              </a:spcAft>
              <a:buClr>
                <a:srgbClr val="660066"/>
              </a:buClr>
              <a:buSzPct val="80000"/>
            </a:pPr>
            <a:r>
              <a:rPr kumimoji="1" lang="en-US" altLang="zh-TW"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SET EXPLAIN ON </a:t>
            </a:r>
            <a:r>
              <a:rPr kumimoji="1" lang="en-US" altLang="zh-TW"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AVOID_EXECUTE;</a:t>
            </a:r>
            <a:endParaRPr kumimoji="1" lang="en-US" altLang="zh-TW"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lvl="1" fontAlgn="base">
              <a:lnSpc>
                <a:spcPct val="130000"/>
              </a:lnSpc>
              <a:spcBef>
                <a:spcPct val="20000"/>
              </a:spcBef>
              <a:spcAft>
                <a:spcPct val="0"/>
              </a:spcAft>
              <a:buClr>
                <a:srgbClr val="660066"/>
              </a:buClr>
              <a:buSzPct val="80000"/>
            </a:pPr>
            <a:r>
              <a:rPr kumimoji="1" lang="en-US" altLang="zh-TW"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SELECT C.CUSTOMER_NUM, C.LNAME, C.FNAME, C.PHONE, O.ORDER_DATE</a:t>
            </a:r>
            <a:endParaRPr kumimoji="1" lang="en-US" altLang="zh-TW"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lvl="1" fontAlgn="base">
              <a:lnSpc>
                <a:spcPct val="130000"/>
              </a:lnSpc>
              <a:spcBef>
                <a:spcPct val="20000"/>
              </a:spcBef>
              <a:spcAft>
                <a:spcPct val="0"/>
              </a:spcAft>
              <a:buClr>
                <a:srgbClr val="660066"/>
              </a:buClr>
              <a:buSzPct val="80000"/>
            </a:pPr>
            <a:r>
              <a:rPr kumimoji="1" lang="en-US" altLang="zh-TW"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FROM CUSTOMER C, ORDERS O</a:t>
            </a:r>
            <a:endParaRPr kumimoji="1" lang="en-US" altLang="zh-TW"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lvl="1" fontAlgn="base">
              <a:lnSpc>
                <a:spcPct val="130000"/>
              </a:lnSpc>
              <a:spcBef>
                <a:spcPct val="20000"/>
              </a:spcBef>
              <a:spcAft>
                <a:spcPct val="0"/>
              </a:spcAft>
              <a:buClr>
                <a:srgbClr val="660066"/>
              </a:buClr>
              <a:buSzPct val="80000"/>
            </a:pPr>
            <a:r>
              <a:rPr kumimoji="1" lang="en-US" altLang="zh-TW"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WHERE C.CUSTOMER_NUM = O.CUSTOMER_NUM</a:t>
            </a:r>
            <a:endParaRPr kumimoji="1" lang="en-US" altLang="zh-TW"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lvl="1" fontAlgn="base">
              <a:lnSpc>
                <a:spcPct val="130000"/>
              </a:lnSpc>
              <a:spcBef>
                <a:spcPct val="20000"/>
              </a:spcBef>
              <a:spcAft>
                <a:spcPct val="0"/>
              </a:spcAft>
              <a:buClr>
                <a:srgbClr val="660066"/>
              </a:buClr>
              <a:buSzPct val="80000"/>
            </a:pPr>
            <a:r>
              <a:rPr kumimoji="1" lang="en-US" altLang="zh-TW"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AND C.LNAME = 'Watson'</a:t>
            </a:r>
            <a:endParaRPr kumimoji="1" lang="en-US" altLang="zh-TW"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lvl="0" fontAlgn="base">
              <a:lnSpc>
                <a:spcPct val="130000"/>
              </a:lnSpc>
              <a:spcBef>
                <a:spcPct val="20000"/>
              </a:spcBef>
              <a:spcAft>
                <a:spcPct val="0"/>
              </a:spcAft>
              <a:buClr>
                <a:srgbClr val="660066"/>
              </a:buClr>
              <a:buSzPct val="80000"/>
            </a:pPr>
            <a:r>
              <a:rPr kumimoji="1" lang="en-US" altLang="zh-TW"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SET EXPLAIN OFF;</a:t>
            </a:r>
            <a:endParaRPr kumimoji="1" lang="en-US" altLang="zh-TW"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en-US" altLang="zh-TW" dirty="0">
                <a:cs typeface="PMingLiU" panose="02020500000000000000" charset="-120"/>
              </a:rPr>
              <a:t>SET EXPLAIN </a:t>
            </a:r>
            <a:r>
              <a:rPr lang="en-US" altLang="zh-TW" b="1" dirty="0">
                <a:cs typeface="PMingLiU" panose="02020500000000000000" charset="-120"/>
              </a:rPr>
              <a:t>- </a:t>
            </a:r>
            <a:r>
              <a:rPr lang="en-US" altLang="zh-TW" b="1" dirty="0" err="1">
                <a:cs typeface="PMingLiU" panose="02020500000000000000" charset="-120"/>
              </a:rPr>
              <a:t>sqexplain.out</a:t>
            </a:r>
            <a:r>
              <a:rPr lang="en-US" altLang="zh-TW" b="1" dirty="0">
                <a:cs typeface="PMingLiU" panose="02020500000000000000" charset="-120"/>
              </a:rPr>
              <a:t> (I)</a:t>
            </a:r>
            <a:endParaRPr lang="en-US" altLang="zh-TW" b="1" dirty="0">
              <a:cs typeface="PMingLiU" panose="02020500000000000000" charset="-120"/>
            </a:endParaRPr>
          </a:p>
        </p:txBody>
      </p:sp>
      <p:sp>
        <p:nvSpPr>
          <p:cNvPr id="6" name="灯片编号占位符 9"/>
          <p:cNvSpPr>
            <a:spLocks noGrp="1"/>
          </p:cNvSpPr>
          <p:nvPr>
            <p:ph type="sldNum" sz="quarter" idx="4294967295"/>
          </p:nvPr>
        </p:nvSpPr>
        <p:spPr>
          <a:xfrm>
            <a:off x="0" y="6457950"/>
            <a:ext cx="9144000" cy="365125"/>
          </a:xfrm>
          <a:prstGeom prst="rect">
            <a:avLst/>
          </a:prstGeom>
        </p:spPr>
        <p:txBody>
          <a:bodyPr vert="horz" wrap="square" lIns="91440" tIns="45720" rIns="91440" bIns="45720" numCol="1" anchor="ctr" anchorCtr="0" compatLnSpc="1"/>
          <a:lstStyle>
            <a:lvl1pPr algn="r">
              <a:defRPr sz="1200" b="0">
                <a:solidFill>
                  <a:schemeClr val="bg1">
                    <a:lumMod val="50000"/>
                  </a:schemeClr>
                </a:solidFill>
                <a:latin typeface="+mn-lt"/>
                <a:ea typeface="宋体" panose="02010600030101010101" pitchFamily="2" charset="-122"/>
              </a:defRPr>
            </a:lvl1pPr>
          </a:lstStyle>
          <a:p>
            <a:fld id="{84CFB1C9-13D2-4FCA-8E43-5D048D3AC9EF}" type="slidenum">
              <a:rPr kumimoji="1" lang="zh-CN" altLang="en-US" smtClean="0"/>
            </a:fld>
            <a:endParaRPr kumimoji="1" lang="zh-CN" altLang="en-US" dirty="0"/>
          </a:p>
        </p:txBody>
      </p:sp>
      <p:sp>
        <p:nvSpPr>
          <p:cNvPr id="3" name="文本框 2"/>
          <p:cNvSpPr txBox="1"/>
          <p:nvPr/>
        </p:nvSpPr>
        <p:spPr>
          <a:xfrm>
            <a:off x="688975" y="1844675"/>
            <a:ext cx="7838440" cy="4180840"/>
          </a:xfrm>
          <a:prstGeom prst="rect">
            <a:avLst/>
          </a:prstGeom>
          <a:solidFill>
            <a:srgbClr val="E6E6E6"/>
          </a:solidFill>
          <a:ln>
            <a:solidFill>
              <a:srgbClr val="0000FF"/>
            </a:solidFill>
          </a:ln>
        </p:spPr>
        <p:txBody>
          <a:bodyPr wrap="square" rtlCol="0">
            <a:spAutoFit/>
          </a:bodyPr>
          <a:lstStyle/>
          <a:p>
            <a:pPr>
              <a:lnSpc>
                <a:spcPct val="120000"/>
              </a:lnSpc>
            </a:pPr>
            <a:r>
              <a:rPr kumimoji="1" lang="en-US" altLang="zh-CN" sz="1600" dirty="0">
                <a:latin typeface="微软雅黑" panose="020B0503020204020204" pitchFamily="34" charset="-122"/>
                <a:ea typeface="微软雅黑" panose="020B0503020204020204" pitchFamily="34" charset="-122"/>
                <a:cs typeface="微软雅黑" panose="020B0503020204020204" pitchFamily="34" charset="-122"/>
              </a:rPr>
              <a:t>QUERY: (OPTIMIZATION TIMESTAMP: 12-11-2009 20:28:42) ------</a:t>
            </a:r>
            <a:endParaRPr kumimoji="1" lang="en-US" altLang="zh-CN" sz="160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20000"/>
              </a:lnSpc>
            </a:pPr>
            <a:r>
              <a:rPr kumimoji="1" lang="en-US" altLang="zh-CN" sz="1600" dirty="0">
                <a:latin typeface="微软雅黑" panose="020B0503020204020204" pitchFamily="34" charset="-122"/>
                <a:ea typeface="微软雅黑" panose="020B0503020204020204" pitchFamily="34" charset="-122"/>
                <a:cs typeface="微软雅黑" panose="020B0503020204020204" pitchFamily="34" charset="-122"/>
              </a:rPr>
              <a:t>SELECT C.CUSTOMER_NUM, C.LNAME, C.FNAME, C.PHONE, O.ORDER_DATE</a:t>
            </a:r>
            <a:endParaRPr kumimoji="1" lang="en-US" altLang="zh-CN" sz="160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20000"/>
              </a:lnSpc>
            </a:pPr>
            <a:r>
              <a:rPr kumimoji="1" lang="en-US" altLang="zh-CN" sz="1600" dirty="0">
                <a:latin typeface="微软雅黑" panose="020B0503020204020204" pitchFamily="34" charset="-122"/>
                <a:ea typeface="微软雅黑" panose="020B0503020204020204" pitchFamily="34" charset="-122"/>
                <a:cs typeface="微软雅黑" panose="020B0503020204020204" pitchFamily="34" charset="-122"/>
              </a:rPr>
              <a:t>FROM CUSTOMER C, ORDERS O</a:t>
            </a:r>
            <a:endParaRPr kumimoji="1" lang="en-US" altLang="zh-CN" sz="160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20000"/>
              </a:lnSpc>
            </a:pPr>
            <a:r>
              <a:rPr kumimoji="1" lang="en-US" altLang="zh-CN" sz="1600" dirty="0">
                <a:latin typeface="微软雅黑" panose="020B0503020204020204" pitchFamily="34" charset="-122"/>
                <a:ea typeface="微软雅黑" panose="020B0503020204020204" pitchFamily="34" charset="-122"/>
                <a:cs typeface="微软雅黑" panose="020B0503020204020204" pitchFamily="34" charset="-122"/>
              </a:rPr>
              <a:t>WHERE C.CUSTOMER_NUM = O.CUSTOMER_NUM</a:t>
            </a:r>
            <a:endParaRPr kumimoji="1" lang="en-US" altLang="zh-CN" sz="160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20000"/>
              </a:lnSpc>
            </a:pPr>
            <a:r>
              <a:rPr kumimoji="1" lang="en-US" altLang="zh-CN" sz="1600" dirty="0">
                <a:latin typeface="微软雅黑" panose="020B0503020204020204" pitchFamily="34" charset="-122"/>
                <a:ea typeface="微软雅黑" panose="020B0503020204020204" pitchFamily="34" charset="-122"/>
                <a:cs typeface="微软雅黑" panose="020B0503020204020204" pitchFamily="34" charset="-122"/>
              </a:rPr>
              <a:t>AND C.LNAME = 'Watson’</a:t>
            </a:r>
            <a:endParaRPr kumimoji="1" lang="en-US" altLang="zh-CN" sz="160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20000"/>
              </a:lnSpc>
            </a:pPr>
            <a:r>
              <a:rPr kumimoji="1" lang="en-US" altLang="zh-CN" sz="1600" dirty="0">
                <a:latin typeface="微软雅黑" panose="020B0503020204020204" pitchFamily="34" charset="-122"/>
                <a:ea typeface="微软雅黑" panose="020B0503020204020204" pitchFamily="34" charset="-122"/>
                <a:cs typeface="微软雅黑" panose="020B0503020204020204" pitchFamily="34" charset="-122"/>
              </a:rPr>
              <a:t>Estimated Cost: 1014294</a:t>
            </a:r>
            <a:endParaRPr kumimoji="1" lang="en-US" altLang="zh-CN" sz="160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20000"/>
              </a:lnSpc>
            </a:pPr>
            <a:r>
              <a:rPr kumimoji="1" lang="en-US" altLang="zh-CN" sz="1600" dirty="0">
                <a:latin typeface="微软雅黑" panose="020B0503020204020204" pitchFamily="34" charset="-122"/>
                <a:ea typeface="微软雅黑" panose="020B0503020204020204" pitchFamily="34" charset="-122"/>
                <a:cs typeface="微软雅黑" panose="020B0503020204020204" pitchFamily="34" charset="-122"/>
              </a:rPr>
              <a:t>Estimated # of Rows Returned: 4</a:t>
            </a:r>
            <a:endParaRPr kumimoji="1" lang="en-US" altLang="zh-CN" sz="160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20000"/>
              </a:lnSpc>
            </a:pPr>
            <a:r>
              <a:rPr kumimoji="1" lang="en-US" altLang="zh-CN" sz="1600" dirty="0">
                <a:latin typeface="微软雅黑" panose="020B0503020204020204" pitchFamily="34" charset="-122"/>
                <a:ea typeface="微软雅黑" panose="020B0503020204020204" pitchFamily="34" charset="-122"/>
                <a:cs typeface="微软雅黑" panose="020B0503020204020204" pitchFamily="34" charset="-122"/>
              </a:rPr>
              <a:t>  1) </a:t>
            </a:r>
            <a:r>
              <a:rPr kumimoji="1" lang="en-US" altLang="zh-CN" sz="1600" dirty="0" err="1">
                <a:latin typeface="微软雅黑" panose="020B0503020204020204" pitchFamily="34" charset="-122"/>
                <a:ea typeface="微软雅黑" panose="020B0503020204020204" pitchFamily="34" charset="-122"/>
                <a:cs typeface="微软雅黑" panose="020B0503020204020204" pitchFamily="34" charset="-122"/>
              </a:rPr>
              <a:t>informix.c</a:t>
            </a:r>
            <a:r>
              <a:rPr kumimoji="1" lang="en-US" altLang="zh-CN" sz="1600" dirty="0">
                <a:latin typeface="微软雅黑" panose="020B0503020204020204" pitchFamily="34" charset="-122"/>
                <a:ea typeface="微软雅黑" panose="020B0503020204020204" pitchFamily="34" charset="-122"/>
                <a:cs typeface="微软雅黑" panose="020B0503020204020204" pitchFamily="34" charset="-122"/>
              </a:rPr>
              <a:t>: </a:t>
            </a:r>
            <a:r>
              <a:rPr kumimoji="1" lang="en-US" altLang="zh-CN" sz="16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SEQUENTIAL SCAN  (Serial, fragments: ALL)</a:t>
            </a:r>
            <a:endParaRPr kumimoji="1" lang="en-US" altLang="zh-CN" sz="16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20000"/>
              </a:lnSpc>
            </a:pPr>
            <a:r>
              <a:rPr kumimoji="1" lang="en-US" altLang="zh-CN" sz="1600" dirty="0">
                <a:latin typeface="微软雅黑" panose="020B0503020204020204" pitchFamily="34" charset="-122"/>
                <a:ea typeface="微软雅黑" panose="020B0503020204020204" pitchFamily="34" charset="-122"/>
                <a:cs typeface="微软雅黑" panose="020B0503020204020204" pitchFamily="34" charset="-122"/>
              </a:rPr>
              <a:t>        Filters: </a:t>
            </a:r>
            <a:r>
              <a:rPr kumimoji="1" lang="en-US" altLang="zh-CN" sz="1600" dirty="0" err="1">
                <a:latin typeface="微软雅黑" panose="020B0503020204020204" pitchFamily="34" charset="-122"/>
                <a:ea typeface="微软雅黑" panose="020B0503020204020204" pitchFamily="34" charset="-122"/>
                <a:cs typeface="微软雅黑" panose="020B0503020204020204" pitchFamily="34" charset="-122"/>
              </a:rPr>
              <a:t>informix.c.lname</a:t>
            </a:r>
            <a:r>
              <a:rPr kumimoji="1" lang="en-US" altLang="zh-CN" sz="1600" dirty="0">
                <a:latin typeface="微软雅黑" panose="020B0503020204020204" pitchFamily="34" charset="-122"/>
                <a:ea typeface="微软雅黑" panose="020B0503020204020204" pitchFamily="34" charset="-122"/>
                <a:cs typeface="微软雅黑" panose="020B0503020204020204" pitchFamily="34" charset="-122"/>
              </a:rPr>
              <a:t> = 'Watson’</a:t>
            </a:r>
            <a:endParaRPr kumimoji="1" lang="en-US" altLang="zh-CN" sz="160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20000"/>
              </a:lnSpc>
            </a:pPr>
            <a:r>
              <a:rPr kumimoji="1" lang="en-US" altLang="zh-CN" sz="1600" dirty="0">
                <a:latin typeface="微软雅黑" panose="020B0503020204020204" pitchFamily="34" charset="-122"/>
                <a:ea typeface="微软雅黑" panose="020B0503020204020204" pitchFamily="34" charset="-122"/>
                <a:cs typeface="微软雅黑" panose="020B0503020204020204" pitchFamily="34" charset="-122"/>
              </a:rPr>
              <a:t>  2) </a:t>
            </a:r>
            <a:r>
              <a:rPr kumimoji="1" lang="en-US" altLang="zh-CN" sz="1600" dirty="0" err="1">
                <a:latin typeface="微软雅黑" panose="020B0503020204020204" pitchFamily="34" charset="-122"/>
                <a:ea typeface="微软雅黑" panose="020B0503020204020204" pitchFamily="34" charset="-122"/>
                <a:cs typeface="微软雅黑" panose="020B0503020204020204" pitchFamily="34" charset="-122"/>
              </a:rPr>
              <a:t>informix.o</a:t>
            </a:r>
            <a:r>
              <a:rPr kumimoji="1" lang="en-US" altLang="zh-CN" sz="1600" dirty="0">
                <a:latin typeface="微软雅黑" panose="020B0503020204020204" pitchFamily="34" charset="-122"/>
                <a:ea typeface="微软雅黑" panose="020B0503020204020204" pitchFamily="34" charset="-122"/>
                <a:cs typeface="微软雅黑" panose="020B0503020204020204" pitchFamily="34" charset="-122"/>
              </a:rPr>
              <a:t>: INDEX PATH</a:t>
            </a:r>
            <a:endParaRPr kumimoji="1" lang="en-US" altLang="zh-CN" sz="160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20000"/>
              </a:lnSpc>
            </a:pPr>
            <a:r>
              <a:rPr kumimoji="1" lang="en-US" altLang="zh-CN" sz="1600" dirty="0">
                <a:latin typeface="微软雅黑" panose="020B0503020204020204" pitchFamily="34" charset="-122"/>
                <a:ea typeface="微软雅黑" panose="020B0503020204020204" pitchFamily="34" charset="-122"/>
                <a:cs typeface="微软雅黑" panose="020B0503020204020204" pitchFamily="34" charset="-122"/>
              </a:rPr>
              <a:t>    (1) Index Name: </a:t>
            </a:r>
            <a:r>
              <a:rPr kumimoji="1" lang="en-US" altLang="zh-CN" sz="1600" dirty="0" err="1">
                <a:latin typeface="微软雅黑" panose="020B0503020204020204" pitchFamily="34" charset="-122"/>
                <a:ea typeface="微软雅黑" panose="020B0503020204020204" pitchFamily="34" charset="-122"/>
                <a:cs typeface="微软雅黑" panose="020B0503020204020204" pitchFamily="34" charset="-122"/>
              </a:rPr>
              <a:t>informix</a:t>
            </a:r>
            <a:r>
              <a:rPr kumimoji="1" lang="en-US" altLang="zh-CN" sz="1600" dirty="0">
                <a:latin typeface="微软雅黑" panose="020B0503020204020204" pitchFamily="34" charset="-122"/>
                <a:ea typeface="微软雅黑" panose="020B0503020204020204" pitchFamily="34" charset="-122"/>
                <a:cs typeface="微软雅黑" panose="020B0503020204020204" pitchFamily="34" charset="-122"/>
              </a:rPr>
              <a:t>. 112_23</a:t>
            </a:r>
            <a:endParaRPr kumimoji="1" lang="en-US" altLang="zh-CN" sz="160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20000"/>
              </a:lnSpc>
            </a:pPr>
            <a:r>
              <a:rPr kumimoji="1" lang="en-US" altLang="zh-CN" sz="1600" dirty="0">
                <a:latin typeface="微软雅黑" panose="020B0503020204020204" pitchFamily="34" charset="-122"/>
                <a:ea typeface="微软雅黑" panose="020B0503020204020204" pitchFamily="34" charset="-122"/>
                <a:cs typeface="微软雅黑" panose="020B0503020204020204" pitchFamily="34" charset="-122"/>
              </a:rPr>
              <a:t>        Index Keys: </a:t>
            </a:r>
            <a:r>
              <a:rPr kumimoji="1" lang="en-US" altLang="zh-CN" sz="1600" dirty="0" err="1">
                <a:latin typeface="微软雅黑" panose="020B0503020204020204" pitchFamily="34" charset="-122"/>
                <a:ea typeface="微软雅黑" panose="020B0503020204020204" pitchFamily="34" charset="-122"/>
                <a:cs typeface="微软雅黑" panose="020B0503020204020204" pitchFamily="34" charset="-122"/>
              </a:rPr>
              <a:t>customer_num</a:t>
            </a:r>
            <a:r>
              <a:rPr kumimoji="1" lang="en-US" altLang="zh-CN" sz="1600" dirty="0">
                <a:latin typeface="微软雅黑" panose="020B0503020204020204" pitchFamily="34" charset="-122"/>
                <a:ea typeface="微软雅黑" panose="020B0503020204020204" pitchFamily="34" charset="-122"/>
                <a:cs typeface="微软雅黑" panose="020B0503020204020204" pitchFamily="34" charset="-122"/>
              </a:rPr>
              <a:t>   (Serial, fragments: ALL)</a:t>
            </a:r>
            <a:endParaRPr kumimoji="1" lang="en-US" altLang="zh-CN" sz="160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20000"/>
              </a:lnSpc>
            </a:pPr>
            <a:r>
              <a:rPr kumimoji="1" lang="en-US" altLang="zh-CN" sz="1600" dirty="0">
                <a:latin typeface="微软雅黑" panose="020B0503020204020204" pitchFamily="34" charset="-122"/>
                <a:ea typeface="微软雅黑" panose="020B0503020204020204" pitchFamily="34" charset="-122"/>
                <a:cs typeface="微软雅黑" panose="020B0503020204020204" pitchFamily="34" charset="-122"/>
              </a:rPr>
              <a:t>        Lower Index Filter: </a:t>
            </a:r>
            <a:r>
              <a:rPr kumimoji="1" lang="en-US" altLang="zh-CN" sz="1600" dirty="0" err="1">
                <a:latin typeface="微软雅黑" panose="020B0503020204020204" pitchFamily="34" charset="-122"/>
                <a:ea typeface="微软雅黑" panose="020B0503020204020204" pitchFamily="34" charset="-122"/>
                <a:cs typeface="微软雅黑" panose="020B0503020204020204" pitchFamily="34" charset="-122"/>
              </a:rPr>
              <a:t>informix.c.customer_num</a:t>
            </a:r>
            <a:r>
              <a:rPr kumimoji="1" lang="en-US" altLang="zh-CN" sz="1600" dirty="0">
                <a:latin typeface="微软雅黑" panose="020B0503020204020204" pitchFamily="34" charset="-122"/>
                <a:ea typeface="微软雅黑" panose="020B0503020204020204" pitchFamily="34" charset="-122"/>
                <a:cs typeface="微软雅黑" panose="020B0503020204020204" pitchFamily="34" charset="-122"/>
              </a:rPr>
              <a:t> = </a:t>
            </a:r>
            <a:r>
              <a:rPr kumimoji="1" lang="en-US" altLang="zh-CN" sz="1600" dirty="0" err="1">
                <a:latin typeface="微软雅黑" panose="020B0503020204020204" pitchFamily="34" charset="-122"/>
                <a:ea typeface="微软雅黑" panose="020B0503020204020204" pitchFamily="34" charset="-122"/>
                <a:cs typeface="微软雅黑" panose="020B0503020204020204" pitchFamily="34" charset="-122"/>
              </a:rPr>
              <a:t>informix.o.customer_num</a:t>
            </a:r>
            <a:endParaRPr kumimoji="1" lang="en-US" altLang="zh-CN" sz="160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20000"/>
              </a:lnSpc>
            </a:pPr>
            <a:r>
              <a:rPr kumimoji="1" lang="en-US" altLang="zh-CN" sz="1600" dirty="0">
                <a:latin typeface="微软雅黑" panose="020B0503020204020204" pitchFamily="34" charset="-122"/>
                <a:ea typeface="微软雅黑" panose="020B0503020204020204" pitchFamily="34" charset="-122"/>
                <a:cs typeface="微软雅黑" panose="020B0503020204020204" pitchFamily="34" charset="-122"/>
              </a:rPr>
              <a:t>NESTED LOOP JOIN</a:t>
            </a:r>
            <a:endParaRPr kumimoji="1" lang="zh-CN" altLang="en-US" sz="16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矩形 1"/>
          <p:cNvSpPr/>
          <p:nvPr/>
        </p:nvSpPr>
        <p:spPr>
          <a:xfrm>
            <a:off x="611560" y="908720"/>
            <a:ext cx="7992888" cy="1234440"/>
          </a:xfrm>
          <a:prstGeom prst="rect">
            <a:avLst/>
          </a:prstGeom>
        </p:spPr>
        <p:txBody>
          <a:bodyPr wrap="square">
            <a:spAutoFit/>
          </a:bodyPr>
          <a:lstStyle/>
          <a:p>
            <a:pPr marL="285750" indent="-285750">
              <a:lnSpc>
                <a:spcPct val="125000"/>
              </a:lnSpc>
              <a:buClr>
                <a:srgbClr val="FF0000"/>
              </a:buClr>
              <a:buFont typeface="Arial" panose="020B0604020202020204"/>
              <a:buChar char="•"/>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检查</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SQL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的执行计划</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25000"/>
              </a:lnSpc>
              <a:buClr>
                <a:srgbClr val="FF0000"/>
              </a:buClr>
              <a:buFont typeface="Arial" panose="020B0604020202020204"/>
              <a:buChar char="•"/>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基本原则是</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避免循序读取</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r>
              <a:rPr kumimoji="1" lang="en-US" altLang="zh-CN" sz="16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SEQUENTIAL SCAN  (Serial, fragments: ALL)</a:t>
            </a:r>
            <a:endParaRPr kumimoji="1" lang="en-US" altLang="zh-CN" sz="20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25000"/>
              </a:lnSpc>
              <a:buFont typeface="Arial" panose="020B0604020202020204"/>
              <a:buChar char="•"/>
            </a:pP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algn="l"/>
            <a:r>
              <a:rPr lang="en-US" altLang="zh-TW" b="1" dirty="0">
                <a:cs typeface="PMingLiU" panose="02020500000000000000" charset="-120"/>
              </a:rPr>
              <a:t>SET EXPLAIN - </a:t>
            </a:r>
            <a:r>
              <a:rPr lang="en-US" altLang="zh-TW" b="1" dirty="0" err="1">
                <a:cs typeface="PMingLiU" panose="02020500000000000000" charset="-120"/>
              </a:rPr>
              <a:t>sqexplain.out</a:t>
            </a:r>
            <a:r>
              <a:rPr lang="en-US" altLang="zh-TW" b="1" dirty="0">
                <a:cs typeface="PMingLiU" panose="02020500000000000000" charset="-120"/>
              </a:rPr>
              <a:t> (II)</a:t>
            </a:r>
            <a:endParaRPr lang="en-US" altLang="zh-TW" b="1" dirty="0">
              <a:cs typeface="PMingLiU" panose="02020500000000000000" charset="-120"/>
            </a:endParaRPr>
          </a:p>
        </p:txBody>
      </p:sp>
      <p:sp>
        <p:nvSpPr>
          <p:cNvPr id="19465" name="Rectangle 14"/>
          <p:cNvSpPr>
            <a:spLocks noChangeArrowheads="1"/>
          </p:cNvSpPr>
          <p:nvPr/>
        </p:nvSpPr>
        <p:spPr bwMode="blackWhite">
          <a:xfrm>
            <a:off x="1219200" y="5562600"/>
            <a:ext cx="8229600" cy="566738"/>
          </a:xfrm>
          <a:prstGeom prst="rect">
            <a:avLst/>
          </a:prstGeom>
          <a:noFill/>
          <a:ln>
            <a:noFill/>
          </a:ln>
        </p:spPr>
        <p:txBody>
          <a:bodyPr>
            <a:spAutoFit/>
          </a:bodyPr>
          <a:lstStyle/>
          <a:p>
            <a:pPr marL="342900" indent="-342900">
              <a:lnSpc>
                <a:spcPct val="130000"/>
              </a:lnSpc>
              <a:spcBef>
                <a:spcPct val="20000"/>
              </a:spcBef>
              <a:buClr>
                <a:srgbClr val="660066"/>
              </a:buClr>
              <a:buSzPct val="80000"/>
            </a:pPr>
            <a:endParaRPr lang="en-US" altLang="zh-TW" b="1">
              <a:solidFill>
                <a:schemeClr val="accent2"/>
              </a:solidFill>
              <a:ea typeface="DFKai-SB" panose="03000509000000000000" charset="-120"/>
              <a:cs typeface="DFKai-SB" panose="03000509000000000000" charset="-120"/>
            </a:endParaRPr>
          </a:p>
        </p:txBody>
      </p:sp>
      <p:sp>
        <p:nvSpPr>
          <p:cNvPr id="6" name="灯片编号占位符 9"/>
          <p:cNvSpPr>
            <a:spLocks noGrp="1"/>
          </p:cNvSpPr>
          <p:nvPr>
            <p:ph type="sldNum" sz="quarter" idx="4294967295"/>
          </p:nvPr>
        </p:nvSpPr>
        <p:spPr>
          <a:xfrm>
            <a:off x="0" y="6457950"/>
            <a:ext cx="9144000" cy="365125"/>
          </a:xfrm>
          <a:prstGeom prst="rect">
            <a:avLst/>
          </a:prstGeom>
        </p:spPr>
        <p:txBody>
          <a:bodyPr vert="horz" wrap="square" lIns="91440" tIns="45720" rIns="91440" bIns="45720" numCol="1" anchor="ctr" anchorCtr="0" compatLnSpc="1"/>
          <a:lstStyle>
            <a:lvl1pPr algn="r">
              <a:defRPr sz="1200" b="0">
                <a:solidFill>
                  <a:schemeClr val="bg1">
                    <a:lumMod val="50000"/>
                  </a:schemeClr>
                </a:solidFill>
                <a:latin typeface="+mn-lt"/>
                <a:ea typeface="宋体" panose="02010600030101010101" pitchFamily="2" charset="-122"/>
              </a:defRPr>
            </a:lvl1pPr>
          </a:lstStyle>
          <a:p>
            <a:fld id="{84CFB1C9-13D2-4FCA-8E43-5D048D3AC9EF}" type="slidenum">
              <a:rPr kumimoji="1" lang="zh-CN" altLang="en-US" smtClean="0"/>
            </a:fld>
            <a:endParaRPr kumimoji="1" lang="zh-CN" altLang="en-US" dirty="0"/>
          </a:p>
        </p:txBody>
      </p:sp>
      <p:sp>
        <p:nvSpPr>
          <p:cNvPr id="2" name="内容占位符 1"/>
          <p:cNvSpPr>
            <a:spLocks noGrp="1"/>
          </p:cNvSpPr>
          <p:nvPr>
            <p:ph idx="1"/>
          </p:nvPr>
        </p:nvSpPr>
        <p:spPr>
          <a:xfrm>
            <a:off x="683568" y="980728"/>
            <a:ext cx="7537450" cy="792088"/>
          </a:xfrm>
        </p:spPr>
        <p:txBody>
          <a:bodyPr/>
          <a:lstStyle/>
          <a:p>
            <a:r>
              <a:rPr kumimoji="1" lang="zh-CN" altLang="en-US" dirty="0"/>
              <a:t>检查估计所需的时间</a:t>
            </a:r>
            <a:r>
              <a:rPr kumimoji="1" lang="en-US" altLang="zh-CN" dirty="0"/>
              <a:t> </a:t>
            </a:r>
            <a:r>
              <a:rPr kumimoji="1" lang="zh-CN" altLang="en-US" dirty="0"/>
              <a:t>－</a:t>
            </a:r>
            <a:r>
              <a:rPr kumimoji="1" lang="en-US" altLang="zh-CN" dirty="0" err="1"/>
              <a:t>est_cost</a:t>
            </a:r>
            <a:endParaRPr kumimoji="1" lang="en-US" altLang="zh-CN" dirty="0"/>
          </a:p>
          <a:p>
            <a:r>
              <a:rPr kumimoji="1" lang="zh-CN" altLang="en-US" dirty="0"/>
              <a:t>检查所需扫描的列数</a:t>
            </a:r>
            <a:r>
              <a:rPr kumimoji="1" lang="en-US" altLang="zh-CN" dirty="0"/>
              <a:t> </a:t>
            </a:r>
            <a:r>
              <a:rPr kumimoji="1" lang="zh-CN" altLang="en-US" dirty="0"/>
              <a:t>－</a:t>
            </a:r>
            <a:r>
              <a:rPr kumimoji="1" lang="en-US" altLang="zh-CN" dirty="0"/>
              <a:t> </a:t>
            </a:r>
            <a:r>
              <a:rPr kumimoji="1" lang="en-US" altLang="zh-CN" dirty="0" err="1"/>
              <a:t>est_rows</a:t>
            </a:r>
            <a:endParaRPr kumimoji="1" lang="zh-CN" altLang="en-US" dirty="0"/>
          </a:p>
        </p:txBody>
      </p:sp>
      <p:sp>
        <p:nvSpPr>
          <p:cNvPr id="3" name="文本框 2"/>
          <p:cNvSpPr txBox="1"/>
          <p:nvPr/>
        </p:nvSpPr>
        <p:spPr>
          <a:xfrm>
            <a:off x="827584" y="2060848"/>
            <a:ext cx="7416824" cy="4130361"/>
          </a:xfrm>
          <a:prstGeom prst="rect">
            <a:avLst/>
          </a:prstGeom>
          <a:solidFill>
            <a:schemeClr val="accent2">
              <a:lumMod val="40000"/>
              <a:lumOff val="60000"/>
            </a:schemeClr>
          </a:solidFill>
          <a:ln>
            <a:solidFill>
              <a:srgbClr val="0000FF"/>
            </a:solidFill>
          </a:ln>
        </p:spPr>
        <p:txBody>
          <a:bodyPr wrap="square" rtlCol="0">
            <a:spAutoFit/>
          </a:bodyPr>
          <a:lstStyle/>
          <a:p>
            <a:pPr lvl="0" fontAlgn="base">
              <a:spcBef>
                <a:spcPct val="20000"/>
              </a:spcBef>
              <a:spcAft>
                <a:spcPct val="0"/>
              </a:spcAft>
              <a:buClr>
                <a:srgbClr val="660066"/>
              </a:buClr>
              <a:buSzPct val="80000"/>
            </a:pPr>
            <a:r>
              <a:rPr kumimoji="1" lang="en-US" altLang="zh-TW" sz="16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Internal name     Table name</a:t>
            </a:r>
            <a:endParaRPr kumimoji="1" lang="en-US" altLang="zh-TW" sz="16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lvl="0" fontAlgn="base">
              <a:spcBef>
                <a:spcPct val="20000"/>
              </a:spcBef>
              <a:spcAft>
                <a:spcPct val="0"/>
              </a:spcAft>
              <a:buClr>
                <a:srgbClr val="660066"/>
              </a:buClr>
              <a:buSzPct val="80000"/>
            </a:pPr>
            <a:r>
              <a:rPr kumimoji="1" lang="en-US" altLang="zh-TW" sz="16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endParaRPr kumimoji="1" lang="en-US" altLang="zh-TW" sz="16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lvl="0" fontAlgn="base">
              <a:spcBef>
                <a:spcPct val="20000"/>
              </a:spcBef>
              <a:spcAft>
                <a:spcPct val="0"/>
              </a:spcAft>
              <a:buClr>
                <a:srgbClr val="660066"/>
              </a:buClr>
              <a:buSzPct val="80000"/>
            </a:pPr>
            <a:r>
              <a:rPr kumimoji="1" lang="en-US" altLang="zh-TW" sz="16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type     table  </a:t>
            </a:r>
            <a:r>
              <a:rPr kumimoji="1" lang="en-US" altLang="zh-TW" sz="1600"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rows_prod</a:t>
            </a:r>
            <a:r>
              <a:rPr kumimoji="1" lang="en-US" altLang="zh-TW" sz="16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r>
              <a:rPr kumimoji="1" lang="en-US" altLang="zh-TW" sz="1600"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est_rows</a:t>
            </a:r>
            <a:r>
              <a:rPr kumimoji="1" lang="en-US" altLang="zh-TW" sz="16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r>
              <a:rPr kumimoji="1" lang="en-US" altLang="zh-TW" sz="1600"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rows_scan</a:t>
            </a:r>
            <a:r>
              <a:rPr kumimoji="1" lang="en-US" altLang="zh-TW" sz="16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time       </a:t>
            </a:r>
            <a:r>
              <a:rPr kumimoji="1" lang="en-US" altLang="zh-TW" sz="1600"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est_cost</a:t>
            </a:r>
            <a:endParaRPr kumimoji="1" lang="en-US" altLang="zh-TW" sz="16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lvl="0" fontAlgn="base">
              <a:spcBef>
                <a:spcPct val="20000"/>
              </a:spcBef>
              <a:spcAft>
                <a:spcPct val="0"/>
              </a:spcAft>
              <a:buClr>
                <a:srgbClr val="660066"/>
              </a:buClr>
              <a:buSzPct val="80000"/>
            </a:pPr>
            <a:r>
              <a:rPr kumimoji="1" lang="en-US" altLang="zh-TW" sz="16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endParaRPr kumimoji="1" lang="en-US" altLang="zh-TW" sz="16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lvl="0" fontAlgn="base">
              <a:spcBef>
                <a:spcPct val="20000"/>
              </a:spcBef>
              <a:spcAft>
                <a:spcPct val="0"/>
              </a:spcAft>
              <a:buClr>
                <a:srgbClr val="660066"/>
              </a:buClr>
              <a:buSzPct val="80000"/>
            </a:pPr>
            <a:r>
              <a:rPr kumimoji="1" lang="en-US" altLang="zh-TW" sz="16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scan     t1     1          1      10000041   01:44.91                </a:t>
            </a:r>
            <a:r>
              <a:rPr kumimoji="1" lang="en-US" altLang="zh-TW" sz="16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1014293</a:t>
            </a:r>
            <a:endParaRPr kumimoji="1" lang="en-US" altLang="zh-TW" sz="16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endParaRPr>
          </a:p>
          <a:p>
            <a:pPr lvl="0" fontAlgn="base">
              <a:spcBef>
                <a:spcPct val="20000"/>
              </a:spcBef>
              <a:spcAft>
                <a:spcPct val="0"/>
              </a:spcAft>
              <a:buClr>
                <a:srgbClr val="660066"/>
              </a:buClr>
              <a:buSzPct val="80000"/>
            </a:pPr>
            <a:endParaRPr kumimoji="1" lang="en-US" altLang="zh-TW" sz="16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lvl="0" fontAlgn="base">
              <a:spcBef>
                <a:spcPct val="20000"/>
              </a:spcBef>
              <a:spcAft>
                <a:spcPct val="0"/>
              </a:spcAft>
              <a:buClr>
                <a:srgbClr val="660066"/>
              </a:buClr>
              <a:buSzPct val="80000"/>
            </a:pPr>
            <a:r>
              <a:rPr kumimoji="1" lang="en-US" altLang="zh-TW" sz="16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type     table  </a:t>
            </a:r>
            <a:r>
              <a:rPr kumimoji="1" lang="en-US" altLang="zh-TW" sz="1600"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rows_prod</a:t>
            </a:r>
            <a:r>
              <a:rPr kumimoji="1" lang="en-US" altLang="zh-TW" sz="16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r>
              <a:rPr kumimoji="1" lang="en-US" altLang="zh-TW" sz="1600"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est_rows</a:t>
            </a:r>
            <a:r>
              <a:rPr kumimoji="1" lang="en-US" altLang="zh-TW" sz="16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r>
              <a:rPr kumimoji="1" lang="en-US" altLang="zh-TW" sz="1600"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rows_scan</a:t>
            </a:r>
            <a:r>
              <a:rPr kumimoji="1" lang="en-US" altLang="zh-TW" sz="16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time       </a:t>
            </a:r>
            <a:r>
              <a:rPr kumimoji="1" lang="en-US" altLang="zh-TW" sz="1600"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est_cost</a:t>
            </a:r>
            <a:endParaRPr kumimoji="1" lang="en-US" altLang="zh-TW" sz="16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lvl="0" fontAlgn="base">
              <a:spcBef>
                <a:spcPct val="20000"/>
              </a:spcBef>
              <a:spcAft>
                <a:spcPct val="0"/>
              </a:spcAft>
              <a:buClr>
                <a:srgbClr val="660066"/>
              </a:buClr>
              <a:buSzPct val="80000"/>
            </a:pPr>
            <a:r>
              <a:rPr kumimoji="1" lang="en-US" altLang="zh-TW" sz="16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endParaRPr kumimoji="1" lang="en-US" altLang="zh-TW" sz="16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lvl="0" fontAlgn="base">
              <a:spcBef>
                <a:spcPct val="20000"/>
              </a:spcBef>
              <a:spcAft>
                <a:spcPct val="0"/>
              </a:spcAft>
              <a:buClr>
                <a:srgbClr val="660066"/>
              </a:buClr>
              <a:buSzPct val="80000"/>
            </a:pPr>
            <a:r>
              <a:rPr kumimoji="1" lang="en-US" altLang="zh-TW" sz="16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scan     t2     14         50000000  14         00:00.28            </a:t>
            </a:r>
            <a:r>
              <a:rPr kumimoji="1" lang="en-US" altLang="zh-TW" sz="16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1</a:t>
            </a:r>
            <a:endParaRPr kumimoji="1" lang="en-US" altLang="zh-TW" sz="16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endParaRPr>
          </a:p>
          <a:p>
            <a:pPr lvl="0" fontAlgn="base">
              <a:spcBef>
                <a:spcPct val="20000"/>
              </a:spcBef>
              <a:spcAft>
                <a:spcPct val="0"/>
              </a:spcAft>
              <a:buClr>
                <a:srgbClr val="660066"/>
              </a:buClr>
              <a:buSzPct val="80000"/>
            </a:pPr>
            <a:endParaRPr kumimoji="1" lang="en-US" altLang="zh-TW" sz="16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lvl="0" fontAlgn="base">
              <a:spcBef>
                <a:spcPct val="20000"/>
              </a:spcBef>
              <a:spcAft>
                <a:spcPct val="0"/>
              </a:spcAft>
              <a:buClr>
                <a:srgbClr val="660066"/>
              </a:buClr>
              <a:buSzPct val="80000"/>
            </a:pPr>
            <a:r>
              <a:rPr kumimoji="1" lang="en-US" altLang="zh-TW" sz="16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type     </a:t>
            </a:r>
            <a:r>
              <a:rPr kumimoji="1" lang="en-US" altLang="zh-TW" sz="1600"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rows_prod</a:t>
            </a:r>
            <a:r>
              <a:rPr kumimoji="1" lang="en-US" altLang="zh-TW" sz="16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r>
              <a:rPr kumimoji="1" lang="en-US" altLang="zh-TW" sz="1600"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est_rows</a:t>
            </a:r>
            <a:r>
              <a:rPr kumimoji="1" lang="en-US" altLang="zh-TW" sz="16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time       </a:t>
            </a:r>
            <a:r>
              <a:rPr kumimoji="1" lang="en-US" altLang="zh-TW" sz="1600"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est_cost</a:t>
            </a:r>
            <a:endParaRPr kumimoji="1" lang="en-US" altLang="zh-TW" sz="16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lvl="0" fontAlgn="base">
              <a:spcBef>
                <a:spcPct val="20000"/>
              </a:spcBef>
              <a:spcAft>
                <a:spcPct val="0"/>
              </a:spcAft>
              <a:buClr>
                <a:srgbClr val="660066"/>
              </a:buClr>
              <a:buSzPct val="80000"/>
            </a:pPr>
            <a:r>
              <a:rPr kumimoji="1" lang="en-US" altLang="zh-TW" sz="16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endParaRPr kumimoji="1" lang="en-US" altLang="zh-TW" sz="16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lvl="0" fontAlgn="base">
              <a:spcBef>
                <a:spcPct val="20000"/>
              </a:spcBef>
              <a:spcAft>
                <a:spcPct val="0"/>
              </a:spcAft>
              <a:buClr>
                <a:srgbClr val="660066"/>
              </a:buClr>
              <a:buSzPct val="80000"/>
            </a:pPr>
            <a:r>
              <a:rPr kumimoji="1" lang="en-US" altLang="zh-TW" sz="16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r>
              <a:rPr kumimoji="1" lang="en-US" altLang="zh-TW" sz="1600"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nljoin</a:t>
            </a:r>
            <a:r>
              <a:rPr kumimoji="1" lang="en-US" altLang="zh-TW" sz="16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14         5         01:45.19            </a:t>
            </a:r>
            <a:r>
              <a:rPr kumimoji="1" lang="en-US" altLang="zh-TW" sz="16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1014294</a:t>
            </a:r>
            <a:endParaRPr kumimoji="1" lang="en-US" altLang="zh-TW" sz="16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endParaRPr>
          </a:p>
          <a:p>
            <a:endParaRPr kumimoji="1" lang="zh-CN" altLang="en-US" sz="1600" dirty="0"/>
          </a:p>
        </p:txBody>
      </p:sp>
    </p:spTree>
  </p:cSld>
  <p:clrMapOvr>
    <a:masterClrMapping/>
  </p:clrMapOvr>
  <p:transition>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algn="l"/>
            <a:r>
              <a:rPr lang="en-US" altLang="zh-TW" b="1" dirty="0">
                <a:cs typeface="PMingLiU" panose="02020500000000000000" charset="-120"/>
              </a:rPr>
              <a:t>SET EXPLAIN</a:t>
            </a:r>
            <a:endParaRPr lang="en-US" altLang="zh-TW" b="1" dirty="0">
              <a:cs typeface="PMingLiU" panose="02020500000000000000" charset="-120"/>
            </a:endParaRPr>
          </a:p>
        </p:txBody>
      </p:sp>
      <p:sp>
        <p:nvSpPr>
          <p:cNvPr id="20483" name="Rectangle 3"/>
          <p:cNvSpPr>
            <a:spLocks noGrp="1" noChangeArrowheads="1"/>
          </p:cNvSpPr>
          <p:nvPr>
            <p:ph type="body" idx="1"/>
          </p:nvPr>
        </p:nvSpPr>
        <p:spPr>
          <a:xfrm>
            <a:off x="467544" y="1196752"/>
            <a:ext cx="8219256" cy="4746848"/>
          </a:xfrm>
        </p:spPr>
        <p:txBody>
          <a:bodyPr/>
          <a:lstStyle/>
          <a:p>
            <a:pPr>
              <a:lnSpc>
                <a:spcPct val="150000"/>
              </a:lnSpc>
              <a:buClr>
                <a:schemeClr val="accent1"/>
              </a:buClr>
              <a:buSzPct val="125000"/>
              <a:buFont typeface="Arial" panose="020B0604020202020204" pitchFamily="34" charset="0"/>
              <a:buChar char="•"/>
            </a:pPr>
            <a:r>
              <a:rPr lang="zh-CN" altLang="en-US" dirty="0">
                <a:cs typeface="宋体" panose="02010600030101010101" pitchFamily="2" charset="-122"/>
              </a:rPr>
              <a:t>在</a:t>
            </a:r>
            <a:r>
              <a:rPr lang="en-US" altLang="zh-CN" dirty="0">
                <a:cs typeface="宋体" panose="02010600030101010101" pitchFamily="2" charset="-122"/>
              </a:rPr>
              <a:t>SET EXPLAIN</a:t>
            </a:r>
            <a:r>
              <a:rPr lang="zh-CN" altLang="en-US" dirty="0">
                <a:cs typeface="宋体" panose="02010600030101010101" pitchFamily="2" charset="-122"/>
              </a:rPr>
              <a:t>语句执行：</a:t>
            </a:r>
            <a:endParaRPr lang="en-US" altLang="zh-CN" dirty="0">
              <a:cs typeface="宋体" panose="02010600030101010101" pitchFamily="2" charset="-122"/>
            </a:endParaRPr>
          </a:p>
          <a:p>
            <a:pPr lvl="1">
              <a:lnSpc>
                <a:spcPct val="240000"/>
              </a:lnSpc>
            </a:pPr>
            <a:r>
              <a:rPr lang="zh-CN" altLang="en-US" sz="1800" dirty="0">
                <a:cs typeface="宋体" panose="02010600030101010101" pitchFamily="2" charset="-122"/>
              </a:rPr>
              <a:t>显示查询执行计划（或查询计划）</a:t>
            </a:r>
            <a:endParaRPr lang="en-US" altLang="zh-CN" sz="1800" dirty="0">
              <a:cs typeface="宋体" panose="02010600030101010101" pitchFamily="2" charset="-122"/>
            </a:endParaRPr>
          </a:p>
          <a:p>
            <a:pPr lvl="1">
              <a:lnSpc>
                <a:spcPct val="240000"/>
              </a:lnSpc>
            </a:pPr>
            <a:r>
              <a:rPr lang="zh-CN" altLang="en-US" sz="1800" dirty="0">
                <a:cs typeface="宋体" panose="02010600030101010101" pitchFamily="2" charset="-122"/>
              </a:rPr>
              <a:t>显示查询执行计划所产生的成本为基础的优化</a:t>
            </a:r>
            <a:endParaRPr lang="en-US" altLang="zh-CN" sz="1800" dirty="0">
              <a:cs typeface="宋体" panose="02010600030101010101" pitchFamily="2" charset="-122"/>
            </a:endParaRPr>
          </a:p>
          <a:p>
            <a:pPr lvl="1">
              <a:lnSpc>
                <a:spcPct val="240000"/>
              </a:lnSpc>
            </a:pPr>
            <a:r>
              <a:rPr lang="zh-CN" altLang="en-US" sz="1800" dirty="0">
                <a:cs typeface="宋体" panose="02010600030101010101" pitchFamily="2" charset="-122"/>
              </a:rPr>
              <a:t>估计行数返回</a:t>
            </a:r>
            <a:endParaRPr lang="en-US" altLang="zh-CN" sz="1800" dirty="0">
              <a:cs typeface="宋体" panose="02010600030101010101" pitchFamily="2" charset="-122"/>
            </a:endParaRPr>
          </a:p>
          <a:p>
            <a:pPr lvl="1">
              <a:lnSpc>
                <a:spcPct val="240000"/>
              </a:lnSpc>
            </a:pPr>
            <a:r>
              <a:rPr lang="zh-CN" altLang="en-US" sz="1800" dirty="0">
                <a:cs typeface="宋体" panose="02010600030101010101" pitchFamily="2" charset="-122"/>
              </a:rPr>
              <a:t>估计查询的相对成本</a:t>
            </a:r>
            <a:endParaRPr lang="en-US" altLang="zh-CN" sz="1800" dirty="0">
              <a:cs typeface="宋体" panose="02010600030101010101" pitchFamily="2" charset="-122"/>
            </a:endParaRPr>
          </a:p>
          <a:p>
            <a:pPr lvl="1">
              <a:lnSpc>
                <a:spcPct val="240000"/>
              </a:lnSpc>
            </a:pPr>
            <a:r>
              <a:rPr lang="zh-CN" altLang="en-US" sz="1800" dirty="0">
                <a:cs typeface="宋体" panose="02010600030101010101" pitchFamily="2" charset="-122"/>
              </a:rPr>
              <a:t>默认情况下生成的输出文件名，是“</a:t>
            </a:r>
            <a:r>
              <a:rPr lang="en-US" altLang="zh-CN" sz="1800" dirty="0" err="1">
                <a:cs typeface="宋体" panose="02010600030101010101" pitchFamily="2" charset="-122"/>
              </a:rPr>
              <a:t>sqexplain.out</a:t>
            </a:r>
            <a:r>
              <a:rPr lang="en-US" altLang="zh-CN" sz="1800" dirty="0">
                <a:cs typeface="宋体" panose="02010600030101010101" pitchFamily="2" charset="-122"/>
              </a:rPr>
              <a:t>”</a:t>
            </a:r>
            <a:endParaRPr lang="en-US" altLang="zh-TW" sz="1800" dirty="0">
              <a:cs typeface="PMingLiU" panose="02020500000000000000" charset="-120"/>
            </a:endParaRPr>
          </a:p>
        </p:txBody>
      </p:sp>
      <p:sp>
        <p:nvSpPr>
          <p:cNvPr id="4" name="灯片编号占位符 9"/>
          <p:cNvSpPr>
            <a:spLocks noGrp="1"/>
          </p:cNvSpPr>
          <p:nvPr>
            <p:ph type="sldNum" sz="quarter" idx="4294967295"/>
          </p:nvPr>
        </p:nvSpPr>
        <p:spPr>
          <a:xfrm>
            <a:off x="0" y="6457950"/>
            <a:ext cx="9144000" cy="365125"/>
          </a:xfrm>
          <a:prstGeom prst="rect">
            <a:avLst/>
          </a:prstGeom>
        </p:spPr>
        <p:txBody>
          <a:bodyPr vert="horz" wrap="square" lIns="91440" tIns="45720" rIns="91440" bIns="45720" numCol="1" anchor="ctr" anchorCtr="0" compatLnSpc="1"/>
          <a:lstStyle>
            <a:lvl1pPr algn="r">
              <a:defRPr sz="1200" b="0">
                <a:solidFill>
                  <a:schemeClr val="bg1">
                    <a:lumMod val="50000"/>
                  </a:schemeClr>
                </a:solidFill>
                <a:latin typeface="+mn-lt"/>
                <a:ea typeface="宋体" panose="02010600030101010101" pitchFamily="2" charset="-122"/>
              </a:defRPr>
            </a:lvl1pPr>
          </a:lstStyle>
          <a:p>
            <a:fld id="{84CFB1C9-13D2-4FCA-8E43-5D048D3AC9EF}" type="slidenum">
              <a:rPr kumimoji="1" lang="zh-CN" altLang="en-US" smtClean="0"/>
            </a:fld>
            <a:endParaRPr kumimoji="1" lang="zh-CN" altLang="en-US" dirty="0"/>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1"/>
          <p:cNvSpPr>
            <a:spLocks noGrp="1"/>
          </p:cNvSpPr>
          <p:nvPr>
            <p:ph type="title"/>
          </p:nvPr>
        </p:nvSpPr>
        <p:spPr/>
        <p:txBody>
          <a:bodyPr/>
          <a:lstStyle/>
          <a:p>
            <a:pPr algn="l"/>
            <a:r>
              <a:rPr lang="en-US" altLang="zh-CN" b="1" dirty="0">
                <a:cs typeface="宋体" panose="02010600030101010101" pitchFamily="2" charset="-122"/>
              </a:rPr>
              <a:t>Set Explain </a:t>
            </a:r>
            <a:r>
              <a:rPr lang="zh-CN" altLang="en-US" dirty="0">
                <a:cs typeface="宋体" panose="02010600030101010101" pitchFamily="2" charset="-122"/>
              </a:rPr>
              <a:t>范例</a:t>
            </a:r>
            <a:endParaRPr lang="zh-CN" altLang="en-US" b="1" dirty="0">
              <a:cs typeface="宋体" panose="02010600030101010101" pitchFamily="2" charset="-122"/>
            </a:endParaRPr>
          </a:p>
        </p:txBody>
      </p:sp>
      <p:sp>
        <p:nvSpPr>
          <p:cNvPr id="21507" name="内容占位符 2"/>
          <p:cNvSpPr>
            <a:spLocks noGrp="1"/>
          </p:cNvSpPr>
          <p:nvPr>
            <p:ph idx="1"/>
          </p:nvPr>
        </p:nvSpPr>
        <p:spPr>
          <a:xfrm>
            <a:off x="467544" y="2591063"/>
            <a:ext cx="8229600" cy="1676400"/>
          </a:xfrm>
          <a:solidFill>
            <a:srgbClr val="E6E6E6"/>
          </a:solidFill>
          <a:ln>
            <a:solidFill>
              <a:schemeClr val="tx2"/>
            </a:solidFill>
            <a:miter lim="800000"/>
          </a:ln>
        </p:spPr>
        <p:txBody>
          <a:bodyPr>
            <a:normAutofit/>
          </a:bodyPr>
          <a:lstStyle/>
          <a:p>
            <a:pPr lvl="1">
              <a:lnSpc>
                <a:spcPct val="125000"/>
              </a:lnSpc>
              <a:buFont typeface="Wingdings" panose="05000000000000000000" charset="0"/>
              <a:buNone/>
            </a:pPr>
            <a:r>
              <a:rPr lang="en-US" altLang="zh-CN" sz="18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SET EXPLAIN ON;</a:t>
            </a:r>
            <a:endParaRPr lang="en-US" altLang="zh-CN" sz="18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25000"/>
              </a:lnSpc>
              <a:buFont typeface="Wingdings" panose="05000000000000000000" charset="0"/>
              <a:buNone/>
            </a:pPr>
            <a:r>
              <a:rPr lang="en-US" altLang="zh-CN" sz="18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select * from customer </a:t>
            </a:r>
            <a:endParaRPr lang="en-US" altLang="zh-CN" sz="18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25000"/>
              </a:lnSpc>
              <a:buFont typeface="Wingdings" panose="05000000000000000000" charset="0"/>
              <a:buNone/>
            </a:pPr>
            <a:r>
              <a:rPr lang="en-US" altLang="zh-CN" sz="18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where </a:t>
            </a:r>
            <a:r>
              <a:rPr lang="en-US" altLang="zh-CN" sz="1800" b="1"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zipcode</a:t>
            </a:r>
            <a:r>
              <a:rPr lang="en-US" altLang="zh-CN" sz="18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 '94063';</a:t>
            </a:r>
            <a:endParaRPr lang="en-US" altLang="zh-CN" sz="18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25000"/>
              </a:lnSpc>
              <a:buFont typeface="Wingdings" panose="05000000000000000000" charset="0"/>
              <a:buNone/>
            </a:pPr>
            <a:r>
              <a:rPr lang="en-US" altLang="zh-CN" sz="18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SET EXPLAIN OFF;</a:t>
            </a:r>
            <a:endParaRPr lang="zh-CN" altLang="en-US" sz="18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TextBox 4"/>
          <p:cNvSpPr txBox="1">
            <a:spLocks noChangeArrowheads="1"/>
          </p:cNvSpPr>
          <p:nvPr/>
        </p:nvSpPr>
        <p:spPr bwMode="auto">
          <a:xfrm>
            <a:off x="457384" y="5108292"/>
            <a:ext cx="8229600" cy="369332"/>
          </a:xfrm>
          <a:prstGeom prst="rect">
            <a:avLst/>
          </a:prstGeom>
          <a:solidFill>
            <a:srgbClr val="E6E6E6"/>
          </a:solidFill>
          <a:ln w="9525">
            <a:solidFill>
              <a:schemeClr val="tx2"/>
            </a:solidFill>
            <a:miter lim="800000"/>
          </a:ln>
        </p:spPr>
        <p:txBody>
          <a:bodyPr>
            <a:spAutoFit/>
          </a:bodyPr>
          <a:lstStyle>
            <a:lvl1pPr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1pPr>
            <a:lvl2pPr marL="742950" indent="-28575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2pPr>
            <a:lvl3pPr marL="1143000" indent="-2286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3pPr>
            <a:lvl4pPr marL="1600200" indent="-2286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4pPr>
            <a:lvl5pPr marL="2057400" indent="-2286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5pPr>
            <a:lvl6pPr marL="2514600" indent="-2286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6pPr>
            <a:lvl7pPr marL="2971800" indent="-2286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7pPr>
            <a:lvl8pPr marL="3429000" indent="-2286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8pPr>
            <a:lvl9pPr marL="3886200" indent="-2286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9pPr>
          </a:lstStyle>
          <a:p>
            <a:pPr lvl="1" eaLnBrk="1" hangingPunct="1"/>
            <a:r>
              <a:rPr lang="en-US" altLang="zh-CN" sz="18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CREATE INDEX </a:t>
            </a:r>
            <a:r>
              <a:rPr lang="en-US" altLang="zh-CN" sz="1800"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zip_idx</a:t>
            </a:r>
            <a:r>
              <a:rPr lang="en-US" altLang="zh-CN" sz="18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ON customer(</a:t>
            </a:r>
            <a:r>
              <a:rPr lang="en-US" altLang="zh-CN" sz="1800"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zipcode</a:t>
            </a:r>
            <a:r>
              <a:rPr lang="en-US" altLang="zh-CN" sz="18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8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灯片编号占位符 9"/>
          <p:cNvSpPr>
            <a:spLocks noGrp="1"/>
          </p:cNvSpPr>
          <p:nvPr>
            <p:ph type="sldNum" sz="quarter" idx="4294967295"/>
          </p:nvPr>
        </p:nvSpPr>
        <p:spPr>
          <a:xfrm>
            <a:off x="0" y="6457950"/>
            <a:ext cx="9144000" cy="365125"/>
          </a:xfrm>
          <a:prstGeom prst="rect">
            <a:avLst/>
          </a:prstGeom>
        </p:spPr>
        <p:txBody>
          <a:bodyPr vert="horz" wrap="square" lIns="91440" tIns="45720" rIns="91440" bIns="45720" numCol="1" anchor="ctr" anchorCtr="0" compatLnSpc="1"/>
          <a:lstStyle>
            <a:lvl1pPr algn="r">
              <a:defRPr sz="1200" b="0">
                <a:solidFill>
                  <a:schemeClr val="bg1">
                    <a:lumMod val="50000"/>
                  </a:schemeClr>
                </a:solidFill>
                <a:latin typeface="+mn-lt"/>
                <a:ea typeface="宋体" panose="02010600030101010101" pitchFamily="2" charset="-122"/>
              </a:defRPr>
            </a:lvl1pPr>
          </a:lstStyle>
          <a:p>
            <a:fld id="{84CFB1C9-13D2-4FCA-8E43-5D048D3AC9EF}" type="slidenum">
              <a:rPr kumimoji="1" lang="zh-CN" altLang="en-US" smtClean="0"/>
            </a:fld>
            <a:endParaRPr kumimoji="1" lang="zh-CN" altLang="en-US" dirty="0"/>
          </a:p>
        </p:txBody>
      </p:sp>
      <p:sp>
        <p:nvSpPr>
          <p:cNvPr id="2" name="文本框 1"/>
          <p:cNvSpPr txBox="1"/>
          <p:nvPr/>
        </p:nvSpPr>
        <p:spPr>
          <a:xfrm>
            <a:off x="611560" y="908720"/>
            <a:ext cx="7632848" cy="1724660"/>
          </a:xfrm>
          <a:prstGeom prst="rect">
            <a:avLst/>
          </a:prstGeom>
          <a:noFill/>
        </p:spPr>
        <p:txBody>
          <a:bodyPr wrap="square" rtlCol="0">
            <a:spAutoFit/>
          </a:bodyPr>
          <a:lstStyle/>
          <a:p>
            <a:pPr marL="457200" indent="-457200">
              <a:lnSpc>
                <a:spcPct val="130000"/>
              </a:lnSpc>
              <a:spcBef>
                <a:spcPct val="20000"/>
              </a:spcBef>
              <a:buClr>
                <a:schemeClr val="accent1"/>
              </a:buClr>
              <a:buSzPct val="125000"/>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在这个范例中用</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SET EXPLAIN ON;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去衡量</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SQL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的执行计划</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marL="914400" lvl="1" indent="-457200">
              <a:lnSpc>
                <a:spcPct val="150000"/>
              </a:lnSpc>
              <a:spcBef>
                <a:spcPct val="20000"/>
              </a:spcBef>
              <a:buClr>
                <a:srgbClr val="FF0000"/>
              </a:buClr>
              <a:buSzPct val="110000"/>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循序读取没有索引</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a:p>
            <a:pPr marL="914400" lvl="1" indent="-457200">
              <a:lnSpc>
                <a:spcPct val="150000"/>
              </a:lnSpc>
              <a:spcBef>
                <a:spcPct val="20000"/>
              </a:spcBef>
              <a:buClr>
                <a:srgbClr val="FF0000"/>
              </a:buClr>
              <a:buSzPct val="110000"/>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建立索引后</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－以索引读取</a:t>
            </a:r>
            <a:endParaRPr lang="en-US" altLang="zh-TW"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endParaRPr kumimoji="1"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 name="文本框 7"/>
          <p:cNvSpPr txBox="1"/>
          <p:nvPr/>
        </p:nvSpPr>
        <p:spPr>
          <a:xfrm>
            <a:off x="611307" y="4427582"/>
            <a:ext cx="7632848" cy="487680"/>
          </a:xfrm>
          <a:prstGeom prst="rect">
            <a:avLst/>
          </a:prstGeom>
          <a:noFill/>
        </p:spPr>
        <p:txBody>
          <a:bodyPr wrap="square" rtlCol="0">
            <a:spAutoFit/>
          </a:bodyPr>
          <a:lstStyle/>
          <a:p>
            <a:pPr marL="457200" indent="-457200">
              <a:lnSpc>
                <a:spcPct val="130000"/>
              </a:lnSpc>
              <a:spcBef>
                <a:spcPct val="20000"/>
              </a:spcBef>
              <a:buClr>
                <a:schemeClr val="accent1"/>
              </a:buClr>
              <a:buSzPct val="125000"/>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创建一个索引后在检查一次</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dirty="0" err="1">
                <a:latin typeface="微软雅黑" panose="020B0503020204020204" pitchFamily="34" charset="-122"/>
                <a:ea typeface="微软雅黑" panose="020B0503020204020204" pitchFamily="34" charset="-122"/>
                <a:cs typeface="微软雅黑" panose="020B0503020204020204" pitchFamily="34" charset="-122"/>
              </a:rPr>
              <a:t>sqlexplain.out</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1"/>
          <p:cNvSpPr>
            <a:spLocks noGrp="1"/>
          </p:cNvSpPr>
          <p:nvPr>
            <p:ph type="title"/>
          </p:nvPr>
        </p:nvSpPr>
        <p:spPr/>
        <p:txBody>
          <a:bodyPr/>
          <a:lstStyle/>
          <a:p>
            <a:r>
              <a:rPr lang="en-US" altLang="zh-TW" dirty="0">
                <a:cs typeface="PMingLiU" panose="02020500000000000000" charset="-120"/>
              </a:rPr>
              <a:t>SET EXPLAIN </a:t>
            </a:r>
            <a:r>
              <a:rPr lang="zh-CN" altLang="en-US" dirty="0">
                <a:cs typeface="PMingLiU" panose="02020500000000000000" charset="-120"/>
              </a:rPr>
              <a:t>－范例：</a:t>
            </a:r>
            <a:r>
              <a:rPr lang="zh-CN" altLang="en-US" dirty="0">
                <a:cs typeface="宋体" panose="02010600030101010101" pitchFamily="2" charset="-122"/>
              </a:rPr>
              <a:t>循序读取没有索引</a:t>
            </a:r>
            <a:endParaRPr lang="zh-CN" altLang="en-US" dirty="0">
              <a:cs typeface="宋体" panose="02010600030101010101" pitchFamily="2" charset="-122"/>
            </a:endParaRPr>
          </a:p>
        </p:txBody>
      </p:sp>
      <p:sp>
        <p:nvSpPr>
          <p:cNvPr id="3" name="内容占位符 2"/>
          <p:cNvSpPr>
            <a:spLocks noGrp="1"/>
          </p:cNvSpPr>
          <p:nvPr>
            <p:ph idx="1"/>
          </p:nvPr>
        </p:nvSpPr>
        <p:spPr>
          <a:xfrm>
            <a:off x="419100" y="1109980"/>
            <a:ext cx="8267700" cy="4911090"/>
          </a:xfrm>
          <a:solidFill>
            <a:srgbClr val="E6E6E6"/>
          </a:solidFill>
          <a:ln>
            <a:solidFill>
              <a:schemeClr val="accent4"/>
            </a:solidFill>
          </a:ln>
        </p:spPr>
        <p:txBody>
          <a:bodyPr>
            <a:noAutofit/>
          </a:bodyPr>
          <a:lstStyle/>
          <a:p>
            <a:pPr lvl="1">
              <a:buFont typeface="Wingdings" panose="05000000000000000000" charset="0"/>
              <a:buNone/>
            </a:pPr>
            <a:r>
              <a:rPr lang="en-US" altLang="zh-CN" sz="1300" dirty="0">
                <a:latin typeface="微软雅黑" panose="020B0503020204020204" pitchFamily="34" charset="-122"/>
                <a:ea typeface="微软雅黑" panose="020B0503020204020204" pitchFamily="34" charset="-122"/>
                <a:cs typeface="微软雅黑" panose="020B0503020204020204" pitchFamily="34" charset="-122"/>
              </a:rPr>
              <a:t>QUERY: (OPTIMIZATION TIMESTAMP: 12-10-2009 14:02:23) </a:t>
            </a:r>
            <a:endParaRPr lang="en-US" altLang="zh-CN" sz="1300" dirty="0">
              <a:latin typeface="微软雅黑" panose="020B0503020204020204" pitchFamily="34" charset="-122"/>
              <a:ea typeface="微软雅黑" panose="020B0503020204020204" pitchFamily="34" charset="-122"/>
              <a:cs typeface="微软雅黑" panose="020B0503020204020204" pitchFamily="34" charset="-122"/>
            </a:endParaRPr>
          </a:p>
          <a:p>
            <a:pPr lvl="1">
              <a:buFont typeface="Wingdings" panose="05000000000000000000" charset="0"/>
              <a:buNone/>
            </a:pPr>
            <a:r>
              <a:rPr lang="en-US" altLang="zh-CN" sz="1300" dirty="0">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300" dirty="0">
              <a:latin typeface="微软雅黑" panose="020B0503020204020204" pitchFamily="34" charset="-122"/>
              <a:ea typeface="微软雅黑" panose="020B0503020204020204" pitchFamily="34" charset="-122"/>
              <a:cs typeface="微软雅黑" panose="020B0503020204020204" pitchFamily="34" charset="-122"/>
            </a:endParaRPr>
          </a:p>
          <a:p>
            <a:pPr lvl="1">
              <a:buFont typeface="Wingdings" panose="05000000000000000000" charset="0"/>
              <a:buNone/>
            </a:pPr>
            <a:r>
              <a:rPr lang="en-US" altLang="zh-CN" sz="1300" dirty="0">
                <a:latin typeface="微软雅黑" panose="020B0503020204020204" pitchFamily="34" charset="-122"/>
                <a:ea typeface="微软雅黑" panose="020B0503020204020204" pitchFamily="34" charset="-122"/>
                <a:cs typeface="微软雅黑" panose="020B0503020204020204" pitchFamily="34" charset="-122"/>
              </a:rPr>
              <a:t>select * from customer  </a:t>
            </a:r>
            <a:endParaRPr lang="en-US" altLang="zh-CN" sz="1300" dirty="0">
              <a:latin typeface="微软雅黑" panose="020B0503020204020204" pitchFamily="34" charset="-122"/>
              <a:ea typeface="微软雅黑" panose="020B0503020204020204" pitchFamily="34" charset="-122"/>
              <a:cs typeface="微软雅黑" panose="020B0503020204020204" pitchFamily="34" charset="-122"/>
            </a:endParaRPr>
          </a:p>
          <a:p>
            <a:pPr lvl="1">
              <a:buFont typeface="Wingdings" panose="05000000000000000000" charset="0"/>
              <a:buNone/>
            </a:pPr>
            <a:r>
              <a:rPr lang="en-US" altLang="zh-CN" sz="1300" dirty="0">
                <a:latin typeface="微软雅黑" panose="020B0503020204020204" pitchFamily="34" charset="-122"/>
                <a:ea typeface="微软雅黑" panose="020B0503020204020204" pitchFamily="34" charset="-122"/>
                <a:cs typeface="微软雅黑" panose="020B0503020204020204" pitchFamily="34" charset="-122"/>
              </a:rPr>
              <a:t>where </a:t>
            </a:r>
            <a:r>
              <a:rPr lang="en-US" altLang="zh-CN" sz="1300" dirty="0" err="1">
                <a:latin typeface="微软雅黑" panose="020B0503020204020204" pitchFamily="34" charset="-122"/>
                <a:ea typeface="微软雅黑" panose="020B0503020204020204" pitchFamily="34" charset="-122"/>
                <a:cs typeface="微软雅黑" panose="020B0503020204020204" pitchFamily="34" charset="-122"/>
              </a:rPr>
              <a:t>zipcode</a:t>
            </a:r>
            <a:r>
              <a:rPr lang="en-US" altLang="zh-CN" sz="1300" dirty="0">
                <a:latin typeface="微软雅黑" panose="020B0503020204020204" pitchFamily="34" charset="-122"/>
                <a:ea typeface="微软雅黑" panose="020B0503020204020204" pitchFamily="34" charset="-122"/>
                <a:cs typeface="微软雅黑" panose="020B0503020204020204" pitchFamily="34" charset="-122"/>
              </a:rPr>
              <a:t> = '94063' </a:t>
            </a:r>
            <a:endParaRPr lang="en-US" altLang="zh-CN" sz="1300" dirty="0">
              <a:latin typeface="微软雅黑" panose="020B0503020204020204" pitchFamily="34" charset="-122"/>
              <a:ea typeface="微软雅黑" panose="020B0503020204020204" pitchFamily="34" charset="-122"/>
              <a:cs typeface="微软雅黑" panose="020B0503020204020204" pitchFamily="34" charset="-122"/>
            </a:endParaRPr>
          </a:p>
          <a:p>
            <a:pPr lvl="1">
              <a:buFont typeface="Wingdings" panose="05000000000000000000" charset="0"/>
              <a:buNone/>
            </a:pPr>
            <a:r>
              <a:rPr lang="en-US" altLang="zh-CN" sz="1300" dirty="0">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300" dirty="0">
              <a:latin typeface="微软雅黑" panose="020B0503020204020204" pitchFamily="34" charset="-122"/>
              <a:ea typeface="微软雅黑" panose="020B0503020204020204" pitchFamily="34" charset="-122"/>
              <a:cs typeface="微软雅黑" panose="020B0503020204020204" pitchFamily="34" charset="-122"/>
            </a:endParaRPr>
          </a:p>
          <a:p>
            <a:pPr lvl="1">
              <a:buFont typeface="Wingdings" panose="05000000000000000000" charset="0"/>
              <a:buNone/>
            </a:pPr>
            <a:r>
              <a:rPr lang="en-US" altLang="zh-CN" sz="1300" dirty="0">
                <a:latin typeface="微软雅黑" panose="020B0503020204020204" pitchFamily="34" charset="-122"/>
                <a:ea typeface="微软雅黑" panose="020B0503020204020204" pitchFamily="34" charset="-122"/>
                <a:cs typeface="微软雅黑" panose="020B0503020204020204" pitchFamily="34" charset="-122"/>
              </a:rPr>
              <a:t>Estimated Cost: 1014289 </a:t>
            </a:r>
            <a:endParaRPr lang="en-US" altLang="zh-CN" sz="1300" dirty="0">
              <a:latin typeface="微软雅黑" panose="020B0503020204020204" pitchFamily="34" charset="-122"/>
              <a:ea typeface="微软雅黑" panose="020B0503020204020204" pitchFamily="34" charset="-122"/>
              <a:cs typeface="微软雅黑" panose="020B0503020204020204" pitchFamily="34" charset="-122"/>
            </a:endParaRPr>
          </a:p>
          <a:p>
            <a:pPr lvl="1">
              <a:buFont typeface="Wingdings" panose="05000000000000000000" charset="0"/>
              <a:buNone/>
            </a:pPr>
            <a:r>
              <a:rPr lang="en-US" altLang="zh-CN" sz="1300" dirty="0">
                <a:latin typeface="微软雅黑" panose="020B0503020204020204" pitchFamily="34" charset="-122"/>
                <a:ea typeface="微软雅黑" panose="020B0503020204020204" pitchFamily="34" charset="-122"/>
                <a:cs typeface="微软雅黑" panose="020B0503020204020204" pitchFamily="34" charset="-122"/>
              </a:rPr>
              <a:t>Estimated # of Rows Returned: 100 </a:t>
            </a:r>
            <a:endParaRPr lang="en-US" altLang="zh-CN" sz="1300" dirty="0">
              <a:latin typeface="微软雅黑" panose="020B0503020204020204" pitchFamily="34" charset="-122"/>
              <a:ea typeface="微软雅黑" panose="020B0503020204020204" pitchFamily="34" charset="-122"/>
              <a:cs typeface="微软雅黑" panose="020B0503020204020204" pitchFamily="34" charset="-122"/>
            </a:endParaRPr>
          </a:p>
          <a:p>
            <a:pPr lvl="1">
              <a:buFont typeface="Wingdings" panose="05000000000000000000" charset="0"/>
              <a:buNone/>
            </a:pPr>
            <a:r>
              <a:rPr lang="en-US" altLang="zh-CN" sz="1300" dirty="0">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300" dirty="0">
              <a:latin typeface="微软雅黑" panose="020B0503020204020204" pitchFamily="34" charset="-122"/>
              <a:ea typeface="微软雅黑" panose="020B0503020204020204" pitchFamily="34" charset="-122"/>
              <a:cs typeface="微软雅黑" panose="020B0503020204020204" pitchFamily="34" charset="-122"/>
            </a:endParaRPr>
          </a:p>
          <a:p>
            <a:pPr lvl="1">
              <a:buFont typeface="Wingdings" panose="05000000000000000000" charset="0"/>
              <a:buNone/>
            </a:pPr>
            <a:r>
              <a:rPr lang="en-US" altLang="zh-CN" sz="1300" dirty="0">
                <a:latin typeface="微软雅黑" panose="020B0503020204020204" pitchFamily="34" charset="-122"/>
                <a:ea typeface="微软雅黑" panose="020B0503020204020204" pitchFamily="34" charset="-122"/>
                <a:cs typeface="微软雅黑" panose="020B0503020204020204" pitchFamily="34" charset="-122"/>
              </a:rPr>
              <a:t>  1) </a:t>
            </a:r>
            <a:r>
              <a:rPr lang="en-US" altLang="zh-CN" sz="1300" dirty="0" err="1">
                <a:latin typeface="微软雅黑" panose="020B0503020204020204" pitchFamily="34" charset="-122"/>
                <a:ea typeface="微软雅黑" panose="020B0503020204020204" pitchFamily="34" charset="-122"/>
                <a:cs typeface="微软雅黑" panose="020B0503020204020204" pitchFamily="34" charset="-122"/>
              </a:rPr>
              <a:t>informix.customer</a:t>
            </a:r>
            <a:r>
              <a:rPr lang="en-US" altLang="zh-CN" sz="130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3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SEQUENTIAL SCAN  </a:t>
            </a:r>
            <a:r>
              <a:rPr lang="en-US" altLang="zh-CN" sz="1300" dirty="0">
                <a:latin typeface="微软雅黑" panose="020B0503020204020204" pitchFamily="34" charset="-122"/>
                <a:ea typeface="微软雅黑" panose="020B0503020204020204" pitchFamily="34" charset="-122"/>
                <a:cs typeface="微软雅黑" panose="020B0503020204020204" pitchFamily="34" charset="-122"/>
              </a:rPr>
              <a:t>(Serial, fragments: ALL) </a:t>
            </a:r>
            <a:endParaRPr lang="en-US" altLang="zh-CN" sz="1300" dirty="0">
              <a:latin typeface="微软雅黑" panose="020B0503020204020204" pitchFamily="34" charset="-122"/>
              <a:ea typeface="微软雅黑" panose="020B0503020204020204" pitchFamily="34" charset="-122"/>
              <a:cs typeface="微软雅黑" panose="020B0503020204020204" pitchFamily="34" charset="-122"/>
            </a:endParaRPr>
          </a:p>
          <a:p>
            <a:pPr lvl="1">
              <a:buFont typeface="Wingdings" panose="05000000000000000000" charset="0"/>
              <a:buNone/>
            </a:pPr>
            <a:r>
              <a:rPr lang="en-US" altLang="zh-CN" sz="1300" dirty="0">
                <a:latin typeface="微软雅黑" panose="020B0503020204020204" pitchFamily="34" charset="-122"/>
                <a:ea typeface="微软雅黑" panose="020B0503020204020204" pitchFamily="34" charset="-122"/>
                <a:cs typeface="微软雅黑" panose="020B0503020204020204" pitchFamily="34" charset="-122"/>
              </a:rPr>
              <a:t>        Filters: </a:t>
            </a:r>
            <a:r>
              <a:rPr lang="en-US" altLang="zh-CN" sz="1300" dirty="0" err="1">
                <a:latin typeface="微软雅黑" panose="020B0503020204020204" pitchFamily="34" charset="-122"/>
                <a:ea typeface="微软雅黑" panose="020B0503020204020204" pitchFamily="34" charset="-122"/>
                <a:cs typeface="微软雅黑" panose="020B0503020204020204" pitchFamily="34" charset="-122"/>
              </a:rPr>
              <a:t>informix.customer.zipcode</a:t>
            </a:r>
            <a:r>
              <a:rPr lang="en-US" altLang="zh-CN" sz="1300" dirty="0">
                <a:latin typeface="微软雅黑" panose="020B0503020204020204" pitchFamily="34" charset="-122"/>
                <a:ea typeface="微软雅黑" panose="020B0503020204020204" pitchFamily="34" charset="-122"/>
                <a:cs typeface="微软雅黑" panose="020B0503020204020204" pitchFamily="34" charset="-122"/>
              </a:rPr>
              <a:t> = '94063'  </a:t>
            </a:r>
            <a:endParaRPr lang="en-US" altLang="zh-CN" sz="1300" dirty="0">
              <a:latin typeface="微软雅黑" panose="020B0503020204020204" pitchFamily="34" charset="-122"/>
              <a:ea typeface="微软雅黑" panose="020B0503020204020204" pitchFamily="34" charset="-122"/>
              <a:cs typeface="微软雅黑" panose="020B0503020204020204" pitchFamily="34" charset="-122"/>
            </a:endParaRPr>
          </a:p>
          <a:p>
            <a:pPr lvl="1">
              <a:buFont typeface="Wingdings" panose="05000000000000000000" charset="0"/>
              <a:buNone/>
            </a:pPr>
            <a:r>
              <a:rPr lang="en-US" altLang="zh-CN" sz="1300" dirty="0">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300" dirty="0">
              <a:latin typeface="微软雅黑" panose="020B0503020204020204" pitchFamily="34" charset="-122"/>
              <a:ea typeface="微软雅黑" panose="020B0503020204020204" pitchFamily="34" charset="-122"/>
              <a:cs typeface="微软雅黑" panose="020B0503020204020204" pitchFamily="34" charset="-122"/>
            </a:endParaRPr>
          </a:p>
          <a:p>
            <a:pPr lvl="1">
              <a:buFont typeface="Wingdings" panose="05000000000000000000" charset="0"/>
              <a:buNone/>
            </a:pPr>
            <a:r>
              <a:rPr lang="en-US" altLang="zh-CN" sz="1300" dirty="0">
                <a:latin typeface="微软雅黑" panose="020B0503020204020204" pitchFamily="34" charset="-122"/>
                <a:ea typeface="微软雅黑" panose="020B0503020204020204" pitchFamily="34" charset="-122"/>
                <a:cs typeface="微软雅黑" panose="020B0503020204020204" pitchFamily="34" charset="-122"/>
              </a:rPr>
              <a:t>Query statistics: </a:t>
            </a:r>
            <a:endParaRPr lang="en-US" altLang="zh-CN" sz="1300" dirty="0">
              <a:latin typeface="微软雅黑" panose="020B0503020204020204" pitchFamily="34" charset="-122"/>
              <a:ea typeface="微软雅黑" panose="020B0503020204020204" pitchFamily="34" charset="-122"/>
              <a:cs typeface="微软雅黑" panose="020B0503020204020204" pitchFamily="34" charset="-122"/>
            </a:endParaRPr>
          </a:p>
          <a:p>
            <a:pPr lvl="1">
              <a:buFont typeface="Wingdings" panose="05000000000000000000" charset="0"/>
              <a:buNone/>
            </a:pPr>
            <a:r>
              <a:rPr lang="en-US" altLang="zh-CN" sz="1300" dirty="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300" dirty="0">
              <a:latin typeface="微软雅黑" panose="020B0503020204020204" pitchFamily="34" charset="-122"/>
              <a:ea typeface="微软雅黑" panose="020B0503020204020204" pitchFamily="34" charset="-122"/>
              <a:cs typeface="微软雅黑" panose="020B0503020204020204" pitchFamily="34" charset="-122"/>
            </a:endParaRPr>
          </a:p>
          <a:p>
            <a:pPr lvl="1">
              <a:buFont typeface="Wingdings" panose="05000000000000000000" charset="0"/>
              <a:buNone/>
            </a:pPr>
            <a:r>
              <a:rPr lang="en-US" altLang="zh-CN" sz="1300" dirty="0">
                <a:latin typeface="微软雅黑" panose="020B0503020204020204" pitchFamily="34" charset="-122"/>
                <a:ea typeface="微软雅黑" panose="020B0503020204020204" pitchFamily="34" charset="-122"/>
                <a:cs typeface="微软雅黑" panose="020B0503020204020204" pitchFamily="34" charset="-122"/>
              </a:rPr>
              <a:t>  Internal name     Table name </a:t>
            </a:r>
            <a:endParaRPr lang="en-US" altLang="zh-CN" sz="1300" dirty="0">
              <a:latin typeface="微软雅黑" panose="020B0503020204020204" pitchFamily="34" charset="-122"/>
              <a:ea typeface="微软雅黑" panose="020B0503020204020204" pitchFamily="34" charset="-122"/>
              <a:cs typeface="微软雅黑" panose="020B0503020204020204" pitchFamily="34" charset="-122"/>
            </a:endParaRPr>
          </a:p>
          <a:p>
            <a:pPr lvl="1">
              <a:buFont typeface="Wingdings" panose="05000000000000000000" charset="0"/>
              <a:buNone/>
            </a:pPr>
            <a:r>
              <a:rPr lang="en-US" altLang="zh-CN" sz="1300" dirty="0">
                <a:latin typeface="微软雅黑" panose="020B0503020204020204" pitchFamily="34" charset="-122"/>
                <a:ea typeface="微软雅黑" panose="020B0503020204020204" pitchFamily="34" charset="-122"/>
                <a:cs typeface="微软雅黑" panose="020B0503020204020204" pitchFamily="34" charset="-122"/>
              </a:rPr>
              <a:t>  ---------------------------- </a:t>
            </a:r>
            <a:endParaRPr lang="en-US" altLang="zh-CN" sz="1300" dirty="0">
              <a:latin typeface="微软雅黑" panose="020B0503020204020204" pitchFamily="34" charset="-122"/>
              <a:ea typeface="微软雅黑" panose="020B0503020204020204" pitchFamily="34" charset="-122"/>
              <a:cs typeface="微软雅黑" panose="020B0503020204020204" pitchFamily="34" charset="-122"/>
            </a:endParaRPr>
          </a:p>
          <a:p>
            <a:pPr lvl="1">
              <a:buFont typeface="Wingdings" panose="05000000000000000000" charset="0"/>
              <a:buNone/>
            </a:pPr>
            <a:r>
              <a:rPr lang="en-US" altLang="zh-CN" sz="1300" dirty="0">
                <a:latin typeface="微软雅黑" panose="020B0503020204020204" pitchFamily="34" charset="-122"/>
                <a:ea typeface="微软雅黑" panose="020B0503020204020204" pitchFamily="34" charset="-122"/>
                <a:cs typeface="微软雅黑" panose="020B0503020204020204" pitchFamily="34" charset="-122"/>
              </a:rPr>
              <a:t>  t1                customer </a:t>
            </a:r>
            <a:endParaRPr lang="en-US" altLang="zh-CN" sz="1300" dirty="0">
              <a:latin typeface="微软雅黑" panose="020B0503020204020204" pitchFamily="34" charset="-122"/>
              <a:ea typeface="微软雅黑" panose="020B0503020204020204" pitchFamily="34" charset="-122"/>
              <a:cs typeface="微软雅黑" panose="020B0503020204020204" pitchFamily="34" charset="-122"/>
            </a:endParaRPr>
          </a:p>
          <a:p>
            <a:pPr lvl="1">
              <a:buFont typeface="Wingdings" panose="05000000000000000000" charset="0"/>
              <a:buNone/>
            </a:pPr>
            <a:r>
              <a:rPr lang="en-US" altLang="zh-CN" sz="1300" dirty="0">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300" dirty="0">
              <a:latin typeface="微软雅黑" panose="020B0503020204020204" pitchFamily="34" charset="-122"/>
              <a:ea typeface="微软雅黑" panose="020B0503020204020204" pitchFamily="34" charset="-122"/>
              <a:cs typeface="微软雅黑" panose="020B0503020204020204" pitchFamily="34" charset="-122"/>
            </a:endParaRPr>
          </a:p>
          <a:p>
            <a:pPr lvl="1">
              <a:buFont typeface="Wingdings" panose="05000000000000000000" charset="0"/>
              <a:buNone/>
            </a:pPr>
            <a:r>
              <a:rPr lang="en-US" altLang="zh-CN" sz="1300" dirty="0">
                <a:latin typeface="微软雅黑" panose="020B0503020204020204" pitchFamily="34" charset="-122"/>
                <a:ea typeface="微软雅黑" panose="020B0503020204020204" pitchFamily="34" charset="-122"/>
                <a:cs typeface="微软雅黑" panose="020B0503020204020204" pitchFamily="34" charset="-122"/>
              </a:rPr>
              <a:t>  type     table  </a:t>
            </a:r>
            <a:r>
              <a:rPr lang="en-US" altLang="zh-CN" sz="1300" dirty="0" err="1">
                <a:latin typeface="微软雅黑" panose="020B0503020204020204" pitchFamily="34" charset="-122"/>
                <a:ea typeface="微软雅黑" panose="020B0503020204020204" pitchFamily="34" charset="-122"/>
                <a:cs typeface="微软雅黑" panose="020B0503020204020204" pitchFamily="34" charset="-122"/>
              </a:rPr>
              <a:t>rows_prod</a:t>
            </a:r>
            <a:r>
              <a:rPr lang="en-US" altLang="zh-CN" sz="130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300" dirty="0" err="1">
                <a:latin typeface="微软雅黑" panose="020B0503020204020204" pitchFamily="34" charset="-122"/>
                <a:ea typeface="微软雅黑" panose="020B0503020204020204" pitchFamily="34" charset="-122"/>
                <a:cs typeface="微软雅黑" panose="020B0503020204020204" pitchFamily="34" charset="-122"/>
              </a:rPr>
              <a:t>est_rows</a:t>
            </a:r>
            <a:r>
              <a:rPr lang="en-US" altLang="zh-CN" sz="130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300" dirty="0" err="1">
                <a:latin typeface="微软雅黑" panose="020B0503020204020204" pitchFamily="34" charset="-122"/>
                <a:ea typeface="微软雅黑" panose="020B0503020204020204" pitchFamily="34" charset="-122"/>
                <a:cs typeface="微软雅黑" panose="020B0503020204020204" pitchFamily="34" charset="-122"/>
              </a:rPr>
              <a:t>rows_scan</a:t>
            </a:r>
            <a:r>
              <a:rPr lang="en-US" altLang="zh-CN" sz="1300" dirty="0">
                <a:latin typeface="微软雅黑" panose="020B0503020204020204" pitchFamily="34" charset="-122"/>
                <a:ea typeface="微软雅黑" panose="020B0503020204020204" pitchFamily="34" charset="-122"/>
                <a:cs typeface="微软雅黑" panose="020B0503020204020204" pitchFamily="34" charset="-122"/>
              </a:rPr>
              <a:t>  time       </a:t>
            </a:r>
            <a:r>
              <a:rPr lang="en-US" altLang="zh-CN" sz="1300" dirty="0" err="1">
                <a:latin typeface="微软雅黑" panose="020B0503020204020204" pitchFamily="34" charset="-122"/>
                <a:ea typeface="微软雅黑" panose="020B0503020204020204" pitchFamily="34" charset="-122"/>
                <a:cs typeface="微软雅黑" panose="020B0503020204020204" pitchFamily="34" charset="-122"/>
              </a:rPr>
              <a:t>est_cost</a:t>
            </a:r>
            <a:r>
              <a:rPr lang="en-US" altLang="zh-CN" sz="1300" dirty="0">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300" dirty="0">
              <a:latin typeface="微软雅黑" panose="020B0503020204020204" pitchFamily="34" charset="-122"/>
              <a:ea typeface="微软雅黑" panose="020B0503020204020204" pitchFamily="34" charset="-122"/>
              <a:cs typeface="微软雅黑" panose="020B0503020204020204" pitchFamily="34" charset="-122"/>
            </a:endParaRPr>
          </a:p>
          <a:p>
            <a:pPr lvl="1">
              <a:buFont typeface="Wingdings" panose="05000000000000000000" charset="0"/>
              <a:buNone/>
            </a:pPr>
            <a:r>
              <a:rPr lang="en-US" altLang="zh-CN" sz="1300" dirty="0">
                <a:latin typeface="微软雅黑" panose="020B0503020204020204" pitchFamily="34" charset="-122"/>
                <a:ea typeface="微软雅黑" panose="020B0503020204020204" pitchFamily="34" charset="-122"/>
                <a:cs typeface="微软雅黑" panose="020B0503020204020204" pitchFamily="34" charset="-122"/>
              </a:rPr>
              <a:t>  ------------------------------------------------------------------- </a:t>
            </a:r>
            <a:endParaRPr lang="en-US" altLang="zh-CN" sz="1300" dirty="0">
              <a:latin typeface="微软雅黑" panose="020B0503020204020204" pitchFamily="34" charset="-122"/>
              <a:ea typeface="微软雅黑" panose="020B0503020204020204" pitchFamily="34" charset="-122"/>
              <a:cs typeface="微软雅黑" panose="020B0503020204020204" pitchFamily="34" charset="-122"/>
            </a:endParaRPr>
          </a:p>
          <a:p>
            <a:pPr lvl="1">
              <a:buFont typeface="Wingdings" panose="05000000000000000000" charset="0"/>
              <a:buNone/>
            </a:pPr>
            <a:r>
              <a:rPr lang="en-US" altLang="zh-CN" sz="1300" dirty="0">
                <a:latin typeface="微软雅黑" panose="020B0503020204020204" pitchFamily="34" charset="-122"/>
                <a:ea typeface="微软雅黑" panose="020B0503020204020204" pitchFamily="34" charset="-122"/>
                <a:cs typeface="微软雅黑" panose="020B0503020204020204" pitchFamily="34" charset="-122"/>
              </a:rPr>
              <a:t>  scan     t1     99         100       </a:t>
            </a:r>
            <a:r>
              <a:rPr lang="en-US" altLang="zh-CN" sz="13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10000041</a:t>
            </a:r>
            <a:r>
              <a:rPr lang="en-US" altLang="zh-CN" sz="1300" dirty="0">
                <a:latin typeface="微软雅黑" panose="020B0503020204020204" pitchFamily="34" charset="-122"/>
                <a:ea typeface="微软雅黑" panose="020B0503020204020204" pitchFamily="34" charset="-122"/>
                <a:cs typeface="微软雅黑" panose="020B0503020204020204" pitchFamily="34" charset="-122"/>
              </a:rPr>
              <a:t>   00:14.07          </a:t>
            </a:r>
            <a:r>
              <a:rPr lang="en-US" altLang="zh-CN" sz="13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1014290 </a:t>
            </a:r>
            <a:endParaRPr lang="zh-CN" altLang="en-US" sz="13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灯片编号占位符 9"/>
          <p:cNvSpPr>
            <a:spLocks noGrp="1"/>
          </p:cNvSpPr>
          <p:nvPr>
            <p:ph type="sldNum" sz="quarter" idx="4294967295"/>
          </p:nvPr>
        </p:nvSpPr>
        <p:spPr>
          <a:xfrm>
            <a:off x="0" y="6457950"/>
            <a:ext cx="9144000" cy="365125"/>
          </a:xfrm>
          <a:prstGeom prst="rect">
            <a:avLst/>
          </a:prstGeom>
        </p:spPr>
        <p:txBody>
          <a:bodyPr vert="horz" wrap="square" lIns="91440" tIns="45720" rIns="91440" bIns="45720" numCol="1" anchor="ctr" anchorCtr="0" compatLnSpc="1"/>
          <a:lstStyle>
            <a:lvl1pPr algn="r">
              <a:defRPr sz="1200" b="0">
                <a:solidFill>
                  <a:schemeClr val="bg1">
                    <a:lumMod val="50000"/>
                  </a:schemeClr>
                </a:solidFill>
                <a:latin typeface="+mn-lt"/>
                <a:ea typeface="宋体" panose="02010600030101010101" pitchFamily="2" charset="-122"/>
              </a:defRPr>
            </a:lvl1pPr>
          </a:lstStyle>
          <a:p>
            <a:fld id="{84CFB1C9-13D2-4FCA-8E43-5D048D3AC9EF}" type="slidenum">
              <a:rPr kumimoji="1" lang="zh-CN" altLang="en-US" smtClean="0"/>
            </a:fld>
            <a:endParaRPr kumimoji="1" lang="zh-CN" altLang="en-US" dirty="0"/>
          </a:p>
        </p:txBody>
      </p:sp>
      <p:sp>
        <p:nvSpPr>
          <p:cNvPr id="5" name="圆角矩形标注 4"/>
          <p:cNvSpPr/>
          <p:nvPr/>
        </p:nvSpPr>
        <p:spPr bwMode="auto">
          <a:xfrm>
            <a:off x="6084168" y="4653136"/>
            <a:ext cx="2088232" cy="352580"/>
          </a:xfrm>
          <a:prstGeom prst="wedgeRoundRectCallout">
            <a:avLst>
              <a:gd name="adj1" fmla="val -63867"/>
              <a:gd name="adj2" fmla="val 230764"/>
              <a:gd name="adj3" fmla="val 16667"/>
            </a:avLst>
          </a:prstGeom>
          <a:solidFill>
            <a:srgbClr val="FFFF00"/>
          </a:solidFill>
          <a:ln w="9525" cap="flat" cmpd="sng" algn="ctr">
            <a:solidFill>
              <a:srgbClr val="0000FF"/>
            </a:solidFill>
            <a:prstDash val="solid"/>
            <a:round/>
            <a:headEnd type="none" w="med" len="med"/>
            <a:tailEnd type="none" w="med" len="med"/>
          </a:ln>
          <a:effectLst/>
        </p:spPr>
        <p:txBody>
          <a:bodyPr vert="horz" wrap="square" lIns="92075" tIns="46038" rIns="92075" bIns="46038" numCol="1" rtlCol="0" anchor="t" anchorCtr="0" compatLnSpc="1">
            <a:spAutoFit/>
          </a:bodyPr>
          <a:lstStyle/>
          <a:p>
            <a:pPr marL="119380" indent="-119380" algn="ctr" fontAlgn="base">
              <a:lnSpc>
                <a:spcPct val="90000"/>
              </a:lnSpc>
              <a:spcBef>
                <a:spcPct val="50000"/>
              </a:spcBef>
              <a:spcAft>
                <a:spcPct val="0"/>
              </a:spcAft>
              <a:buClr>
                <a:schemeClr val="accent1"/>
              </a:buClr>
            </a:pPr>
            <a:r>
              <a:rPr kumimoji="0" lang="zh-CN" altLang="en-US" sz="160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没有索引的成本估计</a:t>
            </a:r>
            <a:endParaRPr kumimoji="0" lang="zh-CN" altLang="en-US" sz="160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p:cNvSpPr>
            <a:spLocks noGrp="1"/>
          </p:cNvSpPr>
          <p:nvPr>
            <p:ph type="title"/>
          </p:nvPr>
        </p:nvSpPr>
        <p:spPr/>
        <p:txBody>
          <a:bodyPr/>
          <a:lstStyle/>
          <a:p>
            <a:r>
              <a:rPr lang="en-US" altLang="zh-TW" dirty="0">
                <a:cs typeface="PMingLiU" panose="02020500000000000000" charset="-120"/>
              </a:rPr>
              <a:t>SET EXPLAIN </a:t>
            </a:r>
            <a:r>
              <a:rPr lang="zh-CN" altLang="en-US" dirty="0">
                <a:cs typeface="PMingLiU" panose="02020500000000000000" charset="-120"/>
              </a:rPr>
              <a:t>范例：</a:t>
            </a:r>
            <a:r>
              <a:rPr lang="zh-CN" altLang="en-US" dirty="0">
                <a:cs typeface="宋体" panose="02010600030101010101" pitchFamily="2" charset="-122"/>
              </a:rPr>
              <a:t>建立索引后</a:t>
            </a:r>
            <a:r>
              <a:rPr lang="en-US" altLang="zh-CN" dirty="0">
                <a:cs typeface="宋体" panose="02010600030101010101" pitchFamily="2" charset="-122"/>
              </a:rPr>
              <a:t> </a:t>
            </a:r>
            <a:r>
              <a:rPr lang="zh-CN" altLang="en-US" dirty="0">
                <a:cs typeface="宋体" panose="02010600030101010101" pitchFamily="2" charset="-122"/>
              </a:rPr>
              <a:t>－以索引读取</a:t>
            </a:r>
            <a:endParaRPr lang="zh-CN" altLang="en-US" dirty="0">
              <a:cs typeface="宋体" panose="02010600030101010101" pitchFamily="2" charset="-122"/>
            </a:endParaRPr>
          </a:p>
        </p:txBody>
      </p:sp>
      <p:sp>
        <p:nvSpPr>
          <p:cNvPr id="3" name="内容占位符 2"/>
          <p:cNvSpPr>
            <a:spLocks noGrp="1"/>
          </p:cNvSpPr>
          <p:nvPr>
            <p:ph idx="1"/>
          </p:nvPr>
        </p:nvSpPr>
        <p:spPr>
          <a:xfrm>
            <a:off x="509905" y="1072515"/>
            <a:ext cx="8176895" cy="4876800"/>
          </a:xfrm>
          <a:solidFill>
            <a:srgbClr val="E6E6E6"/>
          </a:solidFill>
          <a:ln>
            <a:solidFill>
              <a:schemeClr val="accent4"/>
            </a:solidFill>
          </a:ln>
        </p:spPr>
        <p:txBody>
          <a:bodyPr>
            <a:normAutofit/>
          </a:bodyPr>
          <a:lstStyle/>
          <a:p>
            <a:pPr lvl="2">
              <a:buFont typeface="Wingdings" panose="05000000000000000000" charset="0"/>
              <a:buNone/>
            </a:pP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QUERY: (OPTIMIZATION TIMESTAMP: 12-10-2009 15:09:21)</a:t>
            </a:r>
            <a:endParaRPr lang="en-US" altLang="zh-CN" sz="1200" dirty="0">
              <a:latin typeface="微软雅黑" panose="020B0503020204020204" pitchFamily="34" charset="-122"/>
              <a:ea typeface="微软雅黑" panose="020B0503020204020204" pitchFamily="34" charset="-122"/>
              <a:cs typeface="微软雅黑" panose="020B0503020204020204" pitchFamily="34" charset="-122"/>
            </a:endParaRPr>
          </a:p>
          <a:p>
            <a:pPr lvl="2">
              <a:buFont typeface="Wingdings" panose="05000000000000000000" charset="0"/>
              <a:buNone/>
            </a:pP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200" dirty="0">
              <a:latin typeface="微软雅黑" panose="020B0503020204020204" pitchFamily="34" charset="-122"/>
              <a:ea typeface="微软雅黑" panose="020B0503020204020204" pitchFamily="34" charset="-122"/>
              <a:cs typeface="微软雅黑" panose="020B0503020204020204" pitchFamily="34" charset="-122"/>
            </a:endParaRPr>
          </a:p>
          <a:p>
            <a:pPr lvl="2">
              <a:buFont typeface="Wingdings" panose="05000000000000000000" charset="0"/>
              <a:buNone/>
            </a:pP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select * from customer </a:t>
            </a:r>
            <a:endParaRPr lang="en-US" altLang="zh-CN" sz="1200" dirty="0">
              <a:latin typeface="微软雅黑" panose="020B0503020204020204" pitchFamily="34" charset="-122"/>
              <a:ea typeface="微软雅黑" panose="020B0503020204020204" pitchFamily="34" charset="-122"/>
              <a:cs typeface="微软雅黑" panose="020B0503020204020204" pitchFamily="34" charset="-122"/>
            </a:endParaRPr>
          </a:p>
          <a:p>
            <a:pPr lvl="2">
              <a:buFont typeface="Wingdings" panose="05000000000000000000" charset="0"/>
              <a:buNone/>
            </a:pP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where </a:t>
            </a:r>
            <a:r>
              <a:rPr lang="en-US" altLang="zh-CN" sz="1200" dirty="0" err="1">
                <a:latin typeface="微软雅黑" panose="020B0503020204020204" pitchFamily="34" charset="-122"/>
                <a:ea typeface="微软雅黑" panose="020B0503020204020204" pitchFamily="34" charset="-122"/>
                <a:cs typeface="微软雅黑" panose="020B0503020204020204" pitchFamily="34" charset="-122"/>
              </a:rPr>
              <a:t>zipcode</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 = '94063'</a:t>
            </a:r>
            <a:endParaRPr lang="en-US" altLang="zh-CN" sz="1200" dirty="0">
              <a:latin typeface="微软雅黑" panose="020B0503020204020204" pitchFamily="34" charset="-122"/>
              <a:ea typeface="微软雅黑" panose="020B0503020204020204" pitchFamily="34" charset="-122"/>
              <a:cs typeface="微软雅黑" panose="020B0503020204020204" pitchFamily="34" charset="-122"/>
            </a:endParaRPr>
          </a:p>
          <a:p>
            <a:pPr lvl="2">
              <a:buFont typeface="Wingdings" panose="05000000000000000000" charset="0"/>
              <a:buNone/>
            </a:pPr>
            <a:endParaRPr lang="en-US" altLang="zh-CN" sz="1200" dirty="0">
              <a:latin typeface="微软雅黑" panose="020B0503020204020204" pitchFamily="34" charset="-122"/>
              <a:ea typeface="微软雅黑" panose="020B0503020204020204" pitchFamily="34" charset="-122"/>
              <a:cs typeface="微软雅黑" panose="020B0503020204020204" pitchFamily="34" charset="-122"/>
            </a:endParaRPr>
          </a:p>
          <a:p>
            <a:pPr lvl="2">
              <a:buFont typeface="Wingdings" panose="05000000000000000000" charset="0"/>
              <a:buNone/>
            </a:pP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Estimated Cost: 28</a:t>
            </a:r>
            <a:endParaRPr lang="en-US" altLang="zh-CN" sz="1200" dirty="0">
              <a:latin typeface="微软雅黑" panose="020B0503020204020204" pitchFamily="34" charset="-122"/>
              <a:ea typeface="微软雅黑" panose="020B0503020204020204" pitchFamily="34" charset="-122"/>
              <a:cs typeface="微软雅黑" panose="020B0503020204020204" pitchFamily="34" charset="-122"/>
            </a:endParaRPr>
          </a:p>
          <a:p>
            <a:pPr lvl="2">
              <a:buFont typeface="Wingdings" panose="05000000000000000000" charset="0"/>
              <a:buNone/>
            </a:pP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Estimated # of Rows Returned: 25</a:t>
            </a:r>
            <a:endParaRPr lang="en-US" altLang="zh-CN" sz="1200" dirty="0">
              <a:latin typeface="微软雅黑" panose="020B0503020204020204" pitchFamily="34" charset="-122"/>
              <a:ea typeface="微软雅黑" panose="020B0503020204020204" pitchFamily="34" charset="-122"/>
              <a:cs typeface="微软雅黑" panose="020B0503020204020204" pitchFamily="34" charset="-122"/>
            </a:endParaRPr>
          </a:p>
          <a:p>
            <a:pPr lvl="2">
              <a:buFont typeface="Wingdings" panose="05000000000000000000" charset="0"/>
              <a:buNone/>
            </a:pPr>
            <a:endParaRPr lang="en-US" altLang="zh-CN" sz="1200" dirty="0">
              <a:latin typeface="微软雅黑" panose="020B0503020204020204" pitchFamily="34" charset="-122"/>
              <a:ea typeface="微软雅黑" panose="020B0503020204020204" pitchFamily="34" charset="-122"/>
              <a:cs typeface="微软雅黑" panose="020B0503020204020204" pitchFamily="34" charset="-122"/>
            </a:endParaRPr>
          </a:p>
          <a:p>
            <a:pPr lvl="2">
              <a:buFont typeface="Wingdings" panose="05000000000000000000" charset="0"/>
              <a:buNone/>
            </a:pP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  1) </a:t>
            </a:r>
            <a:r>
              <a:rPr lang="en-US" altLang="zh-CN" sz="1200" dirty="0" err="1">
                <a:latin typeface="微软雅黑" panose="020B0503020204020204" pitchFamily="34" charset="-122"/>
                <a:ea typeface="微软雅黑" panose="020B0503020204020204" pitchFamily="34" charset="-122"/>
                <a:cs typeface="微软雅黑" panose="020B0503020204020204" pitchFamily="34" charset="-122"/>
              </a:rPr>
              <a:t>informix.customer</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2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INDEX PATH</a:t>
            </a:r>
            <a:endParaRPr lang="en-US" altLang="zh-CN" sz="12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a:p>
            <a:pPr lvl="2">
              <a:buFont typeface="Wingdings" panose="05000000000000000000" charset="0"/>
              <a:buNone/>
            </a:pPr>
            <a:endParaRPr lang="en-US" altLang="zh-CN" sz="1200" dirty="0">
              <a:latin typeface="微软雅黑" panose="020B0503020204020204" pitchFamily="34" charset="-122"/>
              <a:ea typeface="微软雅黑" panose="020B0503020204020204" pitchFamily="34" charset="-122"/>
              <a:cs typeface="微软雅黑" panose="020B0503020204020204" pitchFamily="34" charset="-122"/>
            </a:endParaRPr>
          </a:p>
          <a:p>
            <a:pPr lvl="2">
              <a:buFont typeface="Wingdings" panose="05000000000000000000" charset="0"/>
              <a:buNone/>
            </a:pP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    (1) Index Name: </a:t>
            </a:r>
            <a:r>
              <a:rPr lang="en-US" altLang="zh-CN" sz="1200" dirty="0" err="1">
                <a:latin typeface="微软雅黑" panose="020B0503020204020204" pitchFamily="34" charset="-122"/>
                <a:ea typeface="微软雅黑" panose="020B0503020204020204" pitchFamily="34" charset="-122"/>
                <a:cs typeface="微软雅黑" panose="020B0503020204020204" pitchFamily="34" charset="-122"/>
              </a:rPr>
              <a:t>informix.zip_idx</a:t>
            </a:r>
            <a:endParaRPr lang="en-US" altLang="zh-CN" sz="1200" dirty="0">
              <a:latin typeface="微软雅黑" panose="020B0503020204020204" pitchFamily="34" charset="-122"/>
              <a:ea typeface="微软雅黑" panose="020B0503020204020204" pitchFamily="34" charset="-122"/>
              <a:cs typeface="微软雅黑" panose="020B0503020204020204" pitchFamily="34" charset="-122"/>
            </a:endParaRPr>
          </a:p>
          <a:p>
            <a:pPr lvl="2">
              <a:buFont typeface="Wingdings" panose="05000000000000000000" charset="0"/>
              <a:buNone/>
            </a:pP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        Index Keys: </a:t>
            </a:r>
            <a:r>
              <a:rPr lang="en-US" altLang="zh-CN" sz="1200" dirty="0" err="1">
                <a:latin typeface="微软雅黑" panose="020B0503020204020204" pitchFamily="34" charset="-122"/>
                <a:ea typeface="微软雅黑" panose="020B0503020204020204" pitchFamily="34" charset="-122"/>
                <a:cs typeface="微软雅黑" panose="020B0503020204020204" pitchFamily="34" charset="-122"/>
              </a:rPr>
              <a:t>zipcode</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   (Serial, fragments: ALL)</a:t>
            </a:r>
            <a:endParaRPr lang="en-US" altLang="zh-CN" sz="1200" dirty="0">
              <a:latin typeface="微软雅黑" panose="020B0503020204020204" pitchFamily="34" charset="-122"/>
              <a:ea typeface="微软雅黑" panose="020B0503020204020204" pitchFamily="34" charset="-122"/>
              <a:cs typeface="微软雅黑" panose="020B0503020204020204" pitchFamily="34" charset="-122"/>
            </a:endParaRPr>
          </a:p>
          <a:p>
            <a:pPr lvl="2">
              <a:buFont typeface="Wingdings" panose="05000000000000000000" charset="0"/>
              <a:buNone/>
            </a:pP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        Lower Index Filter: </a:t>
            </a:r>
            <a:r>
              <a:rPr lang="en-US" altLang="zh-CN" sz="1200" dirty="0" err="1">
                <a:latin typeface="微软雅黑" panose="020B0503020204020204" pitchFamily="34" charset="-122"/>
                <a:ea typeface="微软雅黑" panose="020B0503020204020204" pitchFamily="34" charset="-122"/>
                <a:cs typeface="微软雅黑" panose="020B0503020204020204" pitchFamily="34" charset="-122"/>
              </a:rPr>
              <a:t>informix.customer.zipcode</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 = '94063' </a:t>
            </a:r>
            <a:endParaRPr lang="en-US" altLang="zh-CN" sz="1200" dirty="0">
              <a:latin typeface="微软雅黑" panose="020B0503020204020204" pitchFamily="34" charset="-122"/>
              <a:ea typeface="微软雅黑" panose="020B0503020204020204" pitchFamily="34" charset="-122"/>
              <a:cs typeface="微软雅黑" panose="020B0503020204020204" pitchFamily="34" charset="-122"/>
            </a:endParaRPr>
          </a:p>
          <a:p>
            <a:pPr lvl="2">
              <a:buFont typeface="Wingdings" panose="05000000000000000000" charset="0"/>
              <a:buNone/>
            </a:pPr>
            <a:endParaRPr lang="en-US" altLang="zh-CN" sz="1200" dirty="0">
              <a:latin typeface="微软雅黑" panose="020B0503020204020204" pitchFamily="34" charset="-122"/>
              <a:ea typeface="微软雅黑" panose="020B0503020204020204" pitchFamily="34" charset="-122"/>
              <a:cs typeface="微软雅黑" panose="020B0503020204020204" pitchFamily="34" charset="-122"/>
            </a:endParaRPr>
          </a:p>
          <a:p>
            <a:pPr lvl="2">
              <a:buFont typeface="Wingdings" panose="05000000000000000000" charset="0"/>
              <a:buNone/>
            </a:pP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Query statistics:</a:t>
            </a:r>
            <a:endParaRPr lang="en-US" altLang="zh-CN" sz="1200" dirty="0">
              <a:latin typeface="微软雅黑" panose="020B0503020204020204" pitchFamily="34" charset="-122"/>
              <a:ea typeface="微软雅黑" panose="020B0503020204020204" pitchFamily="34" charset="-122"/>
              <a:cs typeface="微软雅黑" panose="020B0503020204020204" pitchFamily="34" charset="-122"/>
            </a:endParaRPr>
          </a:p>
          <a:p>
            <a:pPr lvl="2">
              <a:buFont typeface="Wingdings" panose="05000000000000000000" charset="0"/>
              <a:buNone/>
            </a:pP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Internal name     Table name</a:t>
            </a:r>
            <a:endParaRPr lang="en-US" altLang="zh-CN" sz="1200" dirty="0">
              <a:latin typeface="微软雅黑" panose="020B0503020204020204" pitchFamily="34" charset="-122"/>
              <a:ea typeface="微软雅黑" panose="020B0503020204020204" pitchFamily="34" charset="-122"/>
              <a:cs typeface="微软雅黑" panose="020B0503020204020204" pitchFamily="34" charset="-122"/>
            </a:endParaRPr>
          </a:p>
          <a:p>
            <a:pPr lvl="2">
              <a:buFont typeface="Wingdings" panose="05000000000000000000" charset="0"/>
              <a:buNone/>
            </a:pP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200" dirty="0">
              <a:latin typeface="微软雅黑" panose="020B0503020204020204" pitchFamily="34" charset="-122"/>
              <a:ea typeface="微软雅黑" panose="020B0503020204020204" pitchFamily="34" charset="-122"/>
              <a:cs typeface="微软雅黑" panose="020B0503020204020204" pitchFamily="34" charset="-122"/>
            </a:endParaRPr>
          </a:p>
          <a:p>
            <a:pPr lvl="2">
              <a:buFont typeface="Wingdings" panose="05000000000000000000" charset="0"/>
              <a:buNone/>
            </a:pP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  t1                customer</a:t>
            </a:r>
            <a:endParaRPr lang="en-US" altLang="zh-CN" sz="1200" dirty="0">
              <a:latin typeface="微软雅黑" panose="020B0503020204020204" pitchFamily="34" charset="-122"/>
              <a:ea typeface="微软雅黑" panose="020B0503020204020204" pitchFamily="34" charset="-122"/>
              <a:cs typeface="微软雅黑" panose="020B0503020204020204" pitchFamily="34" charset="-122"/>
            </a:endParaRPr>
          </a:p>
          <a:p>
            <a:pPr lvl="2">
              <a:buFont typeface="Wingdings" panose="05000000000000000000" charset="0"/>
              <a:buNone/>
            </a:pPr>
            <a:endParaRPr lang="en-US" altLang="zh-CN" sz="1200" dirty="0">
              <a:latin typeface="微软雅黑" panose="020B0503020204020204" pitchFamily="34" charset="-122"/>
              <a:ea typeface="微软雅黑" panose="020B0503020204020204" pitchFamily="34" charset="-122"/>
              <a:cs typeface="微软雅黑" panose="020B0503020204020204" pitchFamily="34" charset="-122"/>
            </a:endParaRPr>
          </a:p>
          <a:p>
            <a:pPr lvl="2">
              <a:buFont typeface="Wingdings" panose="05000000000000000000" charset="0"/>
              <a:buNone/>
            </a:pP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  type     table  </a:t>
            </a:r>
            <a:r>
              <a:rPr lang="en-US" altLang="zh-CN" sz="1200" dirty="0" err="1">
                <a:latin typeface="微软雅黑" panose="020B0503020204020204" pitchFamily="34" charset="-122"/>
                <a:ea typeface="微软雅黑" panose="020B0503020204020204" pitchFamily="34" charset="-122"/>
                <a:cs typeface="微软雅黑" panose="020B0503020204020204" pitchFamily="34" charset="-122"/>
              </a:rPr>
              <a:t>rows_prod</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200" dirty="0" err="1">
                <a:latin typeface="微软雅黑" panose="020B0503020204020204" pitchFamily="34" charset="-122"/>
                <a:ea typeface="微软雅黑" panose="020B0503020204020204" pitchFamily="34" charset="-122"/>
                <a:cs typeface="微软雅黑" panose="020B0503020204020204" pitchFamily="34" charset="-122"/>
              </a:rPr>
              <a:t>est_rows</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200" dirty="0" err="1">
                <a:latin typeface="微软雅黑" panose="020B0503020204020204" pitchFamily="34" charset="-122"/>
                <a:ea typeface="微软雅黑" panose="020B0503020204020204" pitchFamily="34" charset="-122"/>
                <a:cs typeface="微软雅黑" panose="020B0503020204020204" pitchFamily="34" charset="-122"/>
              </a:rPr>
              <a:t>rows_scan</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  time       </a:t>
            </a:r>
            <a:r>
              <a:rPr lang="en-US" altLang="zh-CN" sz="1200" dirty="0" err="1">
                <a:latin typeface="微软雅黑" panose="020B0503020204020204" pitchFamily="34" charset="-122"/>
                <a:ea typeface="微软雅黑" panose="020B0503020204020204" pitchFamily="34" charset="-122"/>
                <a:cs typeface="微软雅黑" panose="020B0503020204020204" pitchFamily="34" charset="-122"/>
              </a:rPr>
              <a:t>est_cost</a:t>
            </a:r>
            <a:endParaRPr lang="en-US" altLang="zh-CN" sz="1200" dirty="0">
              <a:latin typeface="微软雅黑" panose="020B0503020204020204" pitchFamily="34" charset="-122"/>
              <a:ea typeface="微软雅黑" panose="020B0503020204020204" pitchFamily="34" charset="-122"/>
              <a:cs typeface="微软雅黑" panose="020B0503020204020204" pitchFamily="34" charset="-122"/>
            </a:endParaRPr>
          </a:p>
          <a:p>
            <a:pPr lvl="2">
              <a:buFont typeface="Wingdings" panose="05000000000000000000" charset="0"/>
              <a:buNone/>
            </a:pP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200" dirty="0">
              <a:latin typeface="微软雅黑" panose="020B0503020204020204" pitchFamily="34" charset="-122"/>
              <a:ea typeface="微软雅黑" panose="020B0503020204020204" pitchFamily="34" charset="-122"/>
              <a:cs typeface="微软雅黑" panose="020B0503020204020204" pitchFamily="34" charset="-122"/>
            </a:endParaRPr>
          </a:p>
          <a:p>
            <a:pPr lvl="2">
              <a:buFont typeface="Wingdings" panose="05000000000000000000" charset="0"/>
              <a:buNone/>
            </a:pP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  scan     t1     99         25        </a:t>
            </a:r>
            <a:r>
              <a:rPr lang="en-US" altLang="zh-CN" sz="12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99 </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        00:00.00                   </a:t>
            </a:r>
            <a:r>
              <a:rPr lang="en-US" altLang="zh-CN" sz="12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28 </a:t>
            </a:r>
            <a:endParaRPr lang="zh-CN" altLang="en-US" sz="12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灯片编号占位符 9"/>
          <p:cNvSpPr>
            <a:spLocks noGrp="1"/>
          </p:cNvSpPr>
          <p:nvPr>
            <p:ph type="sldNum" sz="quarter" idx="4294967295"/>
          </p:nvPr>
        </p:nvSpPr>
        <p:spPr>
          <a:xfrm>
            <a:off x="0" y="6457950"/>
            <a:ext cx="9144000" cy="365125"/>
          </a:xfrm>
          <a:prstGeom prst="rect">
            <a:avLst/>
          </a:prstGeom>
        </p:spPr>
        <p:txBody>
          <a:bodyPr vert="horz" wrap="square" lIns="91440" tIns="45720" rIns="91440" bIns="45720" numCol="1" anchor="ctr" anchorCtr="0" compatLnSpc="1"/>
          <a:lstStyle>
            <a:lvl1pPr algn="r">
              <a:defRPr sz="1200" b="0">
                <a:solidFill>
                  <a:schemeClr val="bg1">
                    <a:lumMod val="50000"/>
                  </a:schemeClr>
                </a:solidFill>
                <a:latin typeface="+mn-lt"/>
                <a:ea typeface="宋体" panose="02010600030101010101" pitchFamily="2" charset="-122"/>
              </a:defRPr>
            </a:lvl1pPr>
          </a:lstStyle>
          <a:p>
            <a:fld id="{84CFB1C9-13D2-4FCA-8E43-5D048D3AC9EF}" type="slidenum">
              <a:rPr kumimoji="1" lang="zh-CN" altLang="en-US" smtClean="0"/>
            </a:fld>
            <a:endParaRPr kumimoji="1" lang="zh-CN" altLang="en-US" dirty="0"/>
          </a:p>
        </p:txBody>
      </p:sp>
      <p:sp>
        <p:nvSpPr>
          <p:cNvPr id="5" name="圆角矩形标注 4"/>
          <p:cNvSpPr/>
          <p:nvPr/>
        </p:nvSpPr>
        <p:spPr bwMode="auto">
          <a:xfrm>
            <a:off x="6156176" y="4797152"/>
            <a:ext cx="1512168" cy="733961"/>
          </a:xfrm>
          <a:prstGeom prst="wedgeRoundRectCallout">
            <a:avLst>
              <a:gd name="adj1" fmla="val -77036"/>
              <a:gd name="adj2" fmla="val 90946"/>
              <a:gd name="adj3" fmla="val 16667"/>
            </a:avLst>
          </a:prstGeom>
          <a:solidFill>
            <a:srgbClr val="FFFF00"/>
          </a:solidFill>
          <a:ln w="9525" cap="flat" cmpd="sng" algn="ctr">
            <a:solidFill>
              <a:srgbClr val="0000FF"/>
            </a:solidFill>
            <a:prstDash val="solid"/>
            <a:round/>
            <a:headEnd type="none" w="med" len="med"/>
            <a:tailEnd type="none" w="med" len="med"/>
          </a:ln>
          <a:effectLst/>
        </p:spPr>
        <p:txBody>
          <a:bodyPr vert="horz" wrap="square" lIns="92075" tIns="46038" rIns="92075" bIns="46038" numCol="1" rtlCol="0" anchor="t" anchorCtr="0" compatLnSpc="1">
            <a:spAutoFit/>
          </a:bodyPr>
          <a:lstStyle/>
          <a:p>
            <a:pPr marL="119380" indent="-119380" algn="ctr" fontAlgn="base">
              <a:lnSpc>
                <a:spcPct val="90000"/>
              </a:lnSpc>
              <a:spcBef>
                <a:spcPct val="50000"/>
              </a:spcBef>
              <a:spcAft>
                <a:spcPct val="0"/>
              </a:spcAft>
              <a:buClr>
                <a:schemeClr val="accent1"/>
              </a:buClr>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建立</a:t>
            </a:r>
            <a:r>
              <a:rPr kumimoji="0" lang="zh-CN" altLang="en-US" sz="160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索引后的</a:t>
            </a:r>
            <a:endParaRPr kumimoji="0" lang="zh-CN" altLang="en-US" sz="160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marL="119380" indent="-119380" algn="ctr" fontAlgn="base">
              <a:lnSpc>
                <a:spcPct val="90000"/>
              </a:lnSpc>
              <a:spcBef>
                <a:spcPct val="50000"/>
              </a:spcBef>
              <a:spcAft>
                <a:spcPct val="0"/>
              </a:spcAft>
              <a:buClr>
                <a:schemeClr val="accent1"/>
              </a:buClr>
            </a:pPr>
            <a:r>
              <a:rPr kumimoji="0" lang="zh-CN" altLang="en-US" sz="160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成本估计</a:t>
            </a:r>
            <a:endParaRPr kumimoji="0" lang="zh-CN" altLang="en-US" sz="160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2"/>
          <p:cNvSpPr>
            <a:spLocks noGrp="1" noChangeArrowheads="1"/>
          </p:cNvSpPr>
          <p:nvPr>
            <p:ph type="title"/>
          </p:nvPr>
        </p:nvSpPr>
        <p:spPr>
          <a:xfrm>
            <a:off x="677545" y="304800"/>
            <a:ext cx="8255000" cy="482600"/>
          </a:xfrm>
        </p:spPr>
        <p:txBody>
          <a:bodyPr/>
          <a:lstStyle/>
          <a:p>
            <a:r>
              <a:rPr lang="en-US" altLang="zh-TW" dirty="0">
                <a:cs typeface="PMingLiU" panose="02020500000000000000" charset="-120"/>
              </a:rPr>
              <a:t>SET EXPLAIN </a:t>
            </a:r>
            <a:r>
              <a:rPr lang="en-US" altLang="zh-CN" dirty="0">
                <a:cs typeface="PMingLiU" panose="02020500000000000000" charset="-120"/>
              </a:rPr>
              <a:t>-</a:t>
            </a:r>
            <a:r>
              <a:rPr lang="zh-CN" altLang="en-US" b="1" dirty="0">
                <a:cs typeface="宋体" panose="02010600030101010101" pitchFamily="2" charset="-122"/>
              </a:rPr>
              <a:t>“预计运行时间”最长的</a:t>
            </a:r>
            <a:r>
              <a:rPr lang="en-US" altLang="zh-CN" b="1" dirty="0">
                <a:cs typeface="宋体" panose="02010600030101010101" pitchFamily="2" charset="-122"/>
              </a:rPr>
              <a:t>SQL</a:t>
            </a:r>
            <a:r>
              <a:rPr lang="zh-CN" altLang="en-US" b="1" dirty="0">
                <a:cs typeface="宋体" panose="02010600030101010101" pitchFamily="2" charset="-122"/>
              </a:rPr>
              <a:t>语句</a:t>
            </a:r>
            <a:endParaRPr lang="zh-CN" altLang="en-US" b="1" dirty="0">
              <a:cs typeface="宋体" panose="02010600030101010101" pitchFamily="2" charset="-122"/>
            </a:endParaRPr>
          </a:p>
        </p:txBody>
      </p:sp>
      <p:sp>
        <p:nvSpPr>
          <p:cNvPr id="158723" name="Rectangle 3"/>
          <p:cNvSpPr>
            <a:spLocks noGrp="1" noChangeArrowheads="1"/>
          </p:cNvSpPr>
          <p:nvPr>
            <p:ph idx="1"/>
          </p:nvPr>
        </p:nvSpPr>
        <p:spPr>
          <a:xfrm>
            <a:off x="683568" y="1411004"/>
            <a:ext cx="7537450" cy="2017995"/>
          </a:xfrm>
        </p:spPr>
        <p:txBody>
          <a:bodyPr/>
          <a:lstStyle/>
          <a:p>
            <a:pPr marL="227330" lvl="1" indent="-227330">
              <a:lnSpc>
                <a:spcPct val="150000"/>
              </a:lnSpc>
            </a:pPr>
            <a:r>
              <a:rPr lang="en-US" altLang="zh-CN" sz="2000" dirty="0">
                <a:cs typeface="宋体" panose="02010600030101010101" pitchFamily="2" charset="-122"/>
              </a:rPr>
              <a:t>Sysmaster </a:t>
            </a:r>
            <a:r>
              <a:rPr lang="zh-CN" altLang="en-US" sz="2000" dirty="0">
                <a:cs typeface="宋体" panose="02010600030101010101" pitchFamily="2" charset="-122"/>
              </a:rPr>
              <a:t>是系统观察的窗口，从它的</a:t>
            </a:r>
            <a:r>
              <a:rPr lang="en-US" altLang="zh-CN" sz="2000" dirty="0">
                <a:cs typeface="宋体" panose="02010600030101010101" pitchFamily="2" charset="-122"/>
              </a:rPr>
              <a:t>SMI </a:t>
            </a:r>
            <a:r>
              <a:rPr lang="zh-CN" altLang="en-US" sz="2000" dirty="0">
                <a:cs typeface="宋体" panose="02010600030101010101" pitchFamily="2" charset="-122"/>
              </a:rPr>
              <a:t>表</a:t>
            </a:r>
            <a:r>
              <a:rPr lang="en-US" altLang="zh-CN" sz="2000" dirty="0">
                <a:cs typeface="宋体" panose="02010600030101010101" pitchFamily="2" charset="-122"/>
              </a:rPr>
              <a:t>(</a:t>
            </a:r>
            <a:r>
              <a:rPr lang="en-US" altLang="zh-CN" sz="2000" dirty="0" err="1">
                <a:cs typeface="宋体" panose="02010600030101010101" pitchFamily="2" charset="-122"/>
              </a:rPr>
              <a:t>syssqexplain</a:t>
            </a:r>
            <a:r>
              <a:rPr lang="en-US" altLang="zh-CN" sz="2000" dirty="0">
                <a:cs typeface="宋体" panose="02010600030101010101" pitchFamily="2" charset="-122"/>
              </a:rPr>
              <a:t>) </a:t>
            </a:r>
            <a:r>
              <a:rPr lang="zh-CN" altLang="en-US" sz="2000" dirty="0">
                <a:cs typeface="宋体" panose="02010600030101010101" pitchFamily="2" charset="-122"/>
              </a:rPr>
              <a:t>找到“预计运行时间”最长的</a:t>
            </a:r>
            <a:r>
              <a:rPr lang="en-US" altLang="zh-CN" sz="2000" dirty="0">
                <a:cs typeface="宋体" panose="02010600030101010101" pitchFamily="2" charset="-122"/>
              </a:rPr>
              <a:t>SQL</a:t>
            </a:r>
            <a:r>
              <a:rPr lang="zh-CN" altLang="en-US" sz="2000" dirty="0">
                <a:cs typeface="宋体" panose="02010600030101010101" pitchFamily="2" charset="-122"/>
              </a:rPr>
              <a:t>语句</a:t>
            </a:r>
            <a:endParaRPr lang="zh-CN" altLang="en-US" sz="2000" dirty="0">
              <a:cs typeface="宋体" panose="02010600030101010101" pitchFamily="2" charset="-122"/>
            </a:endParaRPr>
          </a:p>
          <a:p>
            <a:pPr lvl="1">
              <a:lnSpc>
                <a:spcPct val="150000"/>
              </a:lnSpc>
            </a:pPr>
            <a:r>
              <a:rPr lang="zh-CN" altLang="en-US" sz="1800" dirty="0">
                <a:cs typeface="宋体" panose="02010600030101010101" pitchFamily="2" charset="-122"/>
              </a:rPr>
              <a:t>执行</a:t>
            </a:r>
            <a:r>
              <a:rPr lang="en-US" altLang="zh-CN" sz="1800" dirty="0">
                <a:cs typeface="宋体" panose="02010600030101010101" pitchFamily="2" charset="-122"/>
              </a:rPr>
              <a:t>SET EXPLAIN ON</a:t>
            </a:r>
            <a:r>
              <a:rPr lang="zh-CN" altLang="en-US" sz="1800" dirty="0">
                <a:cs typeface="宋体" panose="02010600030101010101" pitchFamily="2" charset="-122"/>
              </a:rPr>
              <a:t>后，过一段时间后执行如下</a:t>
            </a:r>
            <a:r>
              <a:rPr lang="en-US" altLang="zh-CN" sz="1800" dirty="0">
                <a:cs typeface="宋体" panose="02010600030101010101" pitchFamily="2" charset="-122"/>
              </a:rPr>
              <a:t>SQL</a:t>
            </a:r>
            <a:r>
              <a:rPr lang="zh-CN" altLang="en-US" sz="1800" dirty="0">
                <a:cs typeface="宋体" panose="02010600030101010101" pitchFamily="2" charset="-122"/>
              </a:rPr>
              <a:t>语句</a:t>
            </a:r>
            <a:endParaRPr lang="zh-CN" altLang="en-US" sz="1800" dirty="0">
              <a:cs typeface="宋体" panose="02010600030101010101" pitchFamily="2" charset="-122"/>
            </a:endParaRPr>
          </a:p>
          <a:p>
            <a:pPr lvl="1">
              <a:lnSpc>
                <a:spcPct val="150000"/>
              </a:lnSpc>
            </a:pPr>
            <a:r>
              <a:rPr lang="zh-CN" altLang="en-US" sz="1800" dirty="0">
                <a:cs typeface="宋体" panose="02010600030101010101" pitchFamily="2" charset="-122"/>
              </a:rPr>
              <a:t>下列语句找到</a:t>
            </a:r>
            <a:r>
              <a:rPr lang="en-US" altLang="zh-CN" sz="1800" dirty="0">
                <a:cs typeface="宋体" panose="02010600030101010101" pitchFamily="2" charset="-122"/>
              </a:rPr>
              <a:t> </a:t>
            </a:r>
            <a:r>
              <a:rPr lang="zh-CN" altLang="en-US" sz="1800" dirty="0">
                <a:cs typeface="宋体" panose="02010600030101010101" pitchFamily="2" charset="-122"/>
              </a:rPr>
              <a:t>最耗时的</a:t>
            </a:r>
            <a:r>
              <a:rPr lang="en-US" altLang="zh-CN" sz="1800" dirty="0">
                <a:cs typeface="宋体" panose="02010600030101010101" pitchFamily="2" charset="-122"/>
              </a:rPr>
              <a:t> </a:t>
            </a:r>
            <a:r>
              <a:rPr lang="en-US" altLang="zh-CN" sz="1800" dirty="0">
                <a:solidFill>
                  <a:srgbClr val="0000FF"/>
                </a:solidFill>
                <a:cs typeface="宋体" panose="02010600030101010101" pitchFamily="2" charset="-122"/>
              </a:rPr>
              <a:t>25</a:t>
            </a:r>
            <a:r>
              <a:rPr lang="zh-CN" altLang="en-US" sz="1800" dirty="0">
                <a:cs typeface="宋体" panose="02010600030101010101" pitchFamily="2" charset="-122"/>
              </a:rPr>
              <a:t>个</a:t>
            </a:r>
            <a:r>
              <a:rPr lang="en-US" altLang="zh-CN" sz="1800" dirty="0">
                <a:cs typeface="宋体" panose="02010600030101010101" pitchFamily="2" charset="-122"/>
              </a:rPr>
              <a:t> SQL</a:t>
            </a:r>
            <a:r>
              <a:rPr lang="zh-CN" altLang="en-US" sz="1800" dirty="0">
                <a:cs typeface="宋体" panose="02010600030101010101" pitchFamily="2" charset="-122"/>
              </a:rPr>
              <a:t>语句</a:t>
            </a:r>
            <a:endParaRPr lang="zh-CN" altLang="en-US" sz="1800" dirty="0">
              <a:cs typeface="宋体" panose="02010600030101010101" pitchFamily="2" charset="-122"/>
            </a:endParaRPr>
          </a:p>
          <a:p>
            <a:pPr lvl="1">
              <a:lnSpc>
                <a:spcPct val="150000"/>
              </a:lnSpc>
            </a:pPr>
            <a:endParaRPr lang="zh-CN" altLang="en-US" sz="1800" dirty="0">
              <a:cs typeface="宋体" panose="02010600030101010101" pitchFamily="2" charset="-122"/>
            </a:endParaRPr>
          </a:p>
          <a:p>
            <a:pPr lvl="1">
              <a:lnSpc>
                <a:spcPct val="150000"/>
              </a:lnSpc>
            </a:pPr>
            <a:endParaRPr lang="zh-CN" altLang="en-US" sz="1800" dirty="0">
              <a:cs typeface="宋体" panose="02010600030101010101" pitchFamily="2" charset="-122"/>
            </a:endParaRPr>
          </a:p>
          <a:p>
            <a:pPr lvl="1">
              <a:lnSpc>
                <a:spcPct val="150000"/>
              </a:lnSpc>
              <a:spcBef>
                <a:spcPct val="0"/>
              </a:spcBef>
              <a:spcAft>
                <a:spcPct val="0"/>
              </a:spcAft>
              <a:buFont typeface="Webdings" panose="05030102010509060703" charset="0"/>
              <a:buNone/>
            </a:pPr>
            <a:r>
              <a:rPr lang="en-US" altLang="zh-CN" sz="1800" dirty="0">
                <a:cs typeface="宋体" panose="02010600030101010101" pitchFamily="2" charset="-122"/>
              </a:rPr>
              <a:t>  </a:t>
            </a:r>
            <a:endParaRPr lang="en-US" altLang="zh-CN" sz="1800" dirty="0">
              <a:cs typeface="宋体" panose="02010600030101010101" pitchFamily="2" charset="-122"/>
            </a:endParaRPr>
          </a:p>
        </p:txBody>
      </p:sp>
      <p:sp>
        <p:nvSpPr>
          <p:cNvPr id="4" name="灯片编号占位符 9"/>
          <p:cNvSpPr>
            <a:spLocks noGrp="1"/>
          </p:cNvSpPr>
          <p:nvPr>
            <p:ph type="sldNum" sz="quarter" idx="4294967295"/>
          </p:nvPr>
        </p:nvSpPr>
        <p:spPr>
          <a:xfrm>
            <a:off x="0" y="6457950"/>
            <a:ext cx="9144000" cy="365125"/>
          </a:xfrm>
          <a:prstGeom prst="rect">
            <a:avLst/>
          </a:prstGeom>
        </p:spPr>
        <p:txBody>
          <a:bodyPr vert="horz" wrap="square" lIns="91440" tIns="45720" rIns="91440" bIns="45720" numCol="1" anchor="ctr" anchorCtr="0" compatLnSpc="1"/>
          <a:lstStyle>
            <a:lvl1pPr algn="r">
              <a:defRPr sz="1200" b="0">
                <a:solidFill>
                  <a:schemeClr val="bg1">
                    <a:lumMod val="50000"/>
                  </a:schemeClr>
                </a:solidFill>
                <a:latin typeface="+mn-lt"/>
                <a:ea typeface="宋体" panose="02010600030101010101" pitchFamily="2" charset="-122"/>
              </a:defRPr>
            </a:lvl1pPr>
          </a:lstStyle>
          <a:p>
            <a:fld id="{84CFB1C9-13D2-4FCA-8E43-5D048D3AC9EF}" type="slidenum">
              <a:rPr kumimoji="1" lang="zh-CN" altLang="en-US" smtClean="0"/>
            </a:fld>
            <a:endParaRPr kumimoji="1" lang="zh-CN" altLang="en-US" dirty="0"/>
          </a:p>
        </p:txBody>
      </p:sp>
      <p:sp>
        <p:nvSpPr>
          <p:cNvPr id="2" name="文本框 1"/>
          <p:cNvSpPr txBox="1"/>
          <p:nvPr/>
        </p:nvSpPr>
        <p:spPr>
          <a:xfrm>
            <a:off x="755576" y="3645024"/>
            <a:ext cx="7416824" cy="2031325"/>
          </a:xfrm>
          <a:prstGeom prst="rect">
            <a:avLst/>
          </a:prstGeom>
          <a:solidFill>
            <a:srgbClr val="E6E6E6"/>
          </a:solidFill>
          <a:ln>
            <a:solidFill>
              <a:srgbClr val="0000FF"/>
            </a:solidFill>
          </a:ln>
        </p:spPr>
        <p:txBody>
          <a:bodyPr wrap="square" rtlCol="0">
            <a:spAutoFit/>
          </a:bodyPr>
          <a:lstStyle/>
          <a:p>
            <a:pPr lvl="1">
              <a:lnSpc>
                <a:spcPct val="150000"/>
              </a:lnSpc>
              <a:spcBef>
                <a:spcPct val="0"/>
              </a:spcBef>
              <a:spcAft>
                <a:spcPct val="0"/>
              </a:spcAft>
              <a:buFont typeface="Webdings" panose="05030102010509060703" charset="0"/>
              <a:buNone/>
            </a:pPr>
            <a:r>
              <a:rPr lang="en-US" altLang="zh-CN" dirty="0">
                <a:cs typeface="宋体" panose="02010600030101010101" pitchFamily="2" charset="-122"/>
              </a:rPr>
              <a:t> select first </a:t>
            </a:r>
            <a:r>
              <a:rPr lang="en-US" altLang="zh-CN" dirty="0">
                <a:solidFill>
                  <a:srgbClr val="0000FF"/>
                </a:solidFill>
                <a:cs typeface="宋体" panose="02010600030101010101" pitchFamily="2" charset="-122"/>
              </a:rPr>
              <a:t>25</a:t>
            </a:r>
            <a:r>
              <a:rPr lang="en-US" altLang="zh-CN" dirty="0">
                <a:cs typeface="宋体" panose="02010600030101010101" pitchFamily="2" charset="-122"/>
              </a:rPr>
              <a:t> </a:t>
            </a:r>
            <a:r>
              <a:rPr lang="en-US" altLang="zh-CN" dirty="0" err="1">
                <a:cs typeface="宋体" panose="02010600030101010101" pitchFamily="2" charset="-122"/>
              </a:rPr>
              <a:t>sqx_estcost,sqx_estrows,sqx_sqlstatement</a:t>
            </a:r>
            <a:endParaRPr lang="en-US" altLang="zh-CN" dirty="0">
              <a:cs typeface="宋体" panose="02010600030101010101" pitchFamily="2" charset="-122"/>
            </a:endParaRPr>
          </a:p>
          <a:p>
            <a:pPr lvl="1">
              <a:lnSpc>
                <a:spcPct val="150000"/>
              </a:lnSpc>
              <a:spcBef>
                <a:spcPct val="0"/>
              </a:spcBef>
              <a:spcAft>
                <a:spcPct val="0"/>
              </a:spcAft>
              <a:buFont typeface="Webdings" panose="05030102010509060703" charset="0"/>
              <a:buNone/>
            </a:pPr>
            <a:r>
              <a:rPr lang="en-US" altLang="zh-CN" dirty="0">
                <a:cs typeface="宋体" panose="02010600030101010101" pitchFamily="2" charset="-122"/>
              </a:rPr>
              <a:t>   from </a:t>
            </a:r>
            <a:r>
              <a:rPr lang="en-US" altLang="zh-CN" dirty="0" err="1">
                <a:cs typeface="宋体" panose="02010600030101010101" pitchFamily="2" charset="-122"/>
              </a:rPr>
              <a:t>sysmaster:syssqexplain</a:t>
            </a:r>
            <a:endParaRPr lang="en-US" altLang="zh-CN" dirty="0">
              <a:cs typeface="宋体" panose="02010600030101010101" pitchFamily="2" charset="-122"/>
            </a:endParaRPr>
          </a:p>
          <a:p>
            <a:pPr lvl="1">
              <a:lnSpc>
                <a:spcPct val="150000"/>
              </a:lnSpc>
              <a:spcBef>
                <a:spcPct val="0"/>
              </a:spcBef>
              <a:spcAft>
                <a:spcPct val="0"/>
              </a:spcAft>
              <a:buFont typeface="Webdings" panose="05030102010509060703" charset="0"/>
              <a:buNone/>
            </a:pPr>
            <a:r>
              <a:rPr lang="en-US" altLang="zh-CN" dirty="0">
                <a:cs typeface="宋体" panose="02010600030101010101" pitchFamily="2" charset="-122"/>
              </a:rPr>
              <a:t>   where </a:t>
            </a:r>
            <a:r>
              <a:rPr lang="en-US" altLang="zh-CN" dirty="0" err="1">
                <a:cs typeface="宋体" panose="02010600030101010101" pitchFamily="2" charset="-122"/>
              </a:rPr>
              <a:t>sqx_sqlstatement</a:t>
            </a:r>
            <a:r>
              <a:rPr lang="en-US" altLang="zh-CN" dirty="0">
                <a:cs typeface="宋体" panose="02010600030101010101" pitchFamily="2" charset="-122"/>
              </a:rPr>
              <a:t> not like '%first%'</a:t>
            </a:r>
            <a:endParaRPr lang="en-US" altLang="zh-CN" dirty="0">
              <a:cs typeface="宋体" panose="02010600030101010101" pitchFamily="2" charset="-122"/>
            </a:endParaRPr>
          </a:p>
          <a:p>
            <a:pPr lvl="1">
              <a:lnSpc>
                <a:spcPct val="150000"/>
              </a:lnSpc>
              <a:spcBef>
                <a:spcPct val="0"/>
              </a:spcBef>
              <a:spcAft>
                <a:spcPct val="0"/>
              </a:spcAft>
              <a:buFont typeface="Webdings" panose="05030102010509060703" charset="0"/>
              <a:buNone/>
            </a:pPr>
            <a:r>
              <a:rPr lang="en-US" altLang="zh-CN" dirty="0">
                <a:cs typeface="宋体" panose="02010600030101010101" pitchFamily="2" charset="-122"/>
              </a:rPr>
              <a:t>   order by </a:t>
            </a:r>
            <a:r>
              <a:rPr lang="en-US" altLang="zh-CN" dirty="0" err="1">
                <a:cs typeface="宋体" panose="02010600030101010101" pitchFamily="2" charset="-122"/>
              </a:rPr>
              <a:t>sqx_estcost</a:t>
            </a:r>
            <a:r>
              <a:rPr lang="en-US" altLang="zh-CN" dirty="0">
                <a:cs typeface="宋体" panose="02010600030101010101" pitchFamily="2" charset="-122"/>
              </a:rPr>
              <a:t> </a:t>
            </a:r>
            <a:r>
              <a:rPr lang="en-US" altLang="zh-CN" dirty="0" err="1">
                <a:cs typeface="宋体" panose="02010600030101010101" pitchFamily="2" charset="-122"/>
              </a:rPr>
              <a:t>desc</a:t>
            </a:r>
            <a:r>
              <a:rPr lang="en-US" altLang="zh-CN" dirty="0">
                <a:cs typeface="宋体" panose="02010600030101010101" pitchFamily="2" charset="-122"/>
              </a:rPr>
              <a:t> </a:t>
            </a:r>
            <a:endParaRPr lang="en-US" altLang="zh-CN" dirty="0">
              <a:cs typeface="宋体" panose="02010600030101010101" pitchFamily="2" charset="-122"/>
            </a:endParaRPr>
          </a:p>
          <a:p>
            <a:endParaRPr kumimoji="1" lang="zh-CN" altLang="en-US" dirty="0"/>
          </a:p>
        </p:txBody>
      </p:sp>
    </p:spTree>
  </p:cSld>
  <p:clrMapOvr>
    <a:masterClrMapping/>
  </p:clrMapOvr>
  <p:transition>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圆角矩形 62"/>
          <p:cNvSpPr/>
          <p:nvPr/>
        </p:nvSpPr>
        <p:spPr bwMode="auto">
          <a:xfrm>
            <a:off x="2764446" y="1858249"/>
            <a:ext cx="4678363" cy="647700"/>
          </a:xfrm>
          <a:prstGeom prst="roundRect">
            <a:avLst>
              <a:gd name="adj" fmla="val 26124"/>
            </a:avLst>
          </a:prstGeom>
        </p:spPr>
        <p:style>
          <a:lnRef idx="1">
            <a:schemeClr val="accent6"/>
          </a:lnRef>
          <a:fillRef idx="2">
            <a:schemeClr val="accent6"/>
          </a:fillRef>
          <a:effectRef idx="1">
            <a:schemeClr val="accent6"/>
          </a:effectRef>
          <a:fontRef idx="minor">
            <a:schemeClr val="dk1"/>
          </a:fontRef>
        </p:style>
        <p:txBody>
          <a:bodyPr wrap="none" anchor="ctr"/>
          <a:lstStyle/>
          <a:p>
            <a:pPr marL="0" lvl="1" algn="ctr">
              <a:spcBef>
                <a:spcPct val="20000"/>
              </a:spcBef>
              <a:buClr>
                <a:srgbClr val="FD0000"/>
              </a:buClr>
              <a:defRPr/>
            </a:pPr>
            <a:r>
              <a:rPr lang="en-US" altLang="zh-CN" sz="2000" b="1" kern="0" dirty="0">
                <a:solidFill>
                  <a:srgbClr val="000000"/>
                </a:solidFill>
                <a:sym typeface="+mn-ea"/>
              </a:rPr>
              <a:t>   </a:t>
            </a:r>
            <a:r>
              <a:rPr lang="en-US" altLang="zh-CN" sz="2000" dirty="0">
                <a:cs typeface="宋体" panose="02010600030101010101" pitchFamily="2" charset="-122"/>
                <a:sym typeface="+mn-ea"/>
              </a:rPr>
              <a:t>SQL </a:t>
            </a:r>
            <a:r>
              <a:rPr lang="zh-CN" altLang="en-US" sz="2000" dirty="0">
                <a:cs typeface="宋体" panose="02010600030101010101" pitchFamily="2" charset="-122"/>
                <a:sym typeface="+mn-ea"/>
              </a:rPr>
              <a:t>跟踪</a:t>
            </a:r>
            <a:r>
              <a:rPr lang="en-US" altLang="zh-CN" sz="2000" dirty="0">
                <a:cs typeface="宋体" panose="02010600030101010101" pitchFamily="2" charset="-122"/>
                <a:sym typeface="+mn-ea"/>
              </a:rPr>
              <a:t> (SQLTRACE)</a:t>
            </a:r>
            <a:endParaRPr lang="zh-CN" altLang="en-US" sz="2000" b="1" dirty="0">
              <a:solidFill>
                <a:srgbClr val="C0C0C0"/>
              </a:solidFill>
              <a:cs typeface="Arial" panose="020B0604020202020204" pitchFamily="34" charset="0"/>
            </a:endParaRPr>
          </a:p>
        </p:txBody>
      </p:sp>
      <p:sp>
        <p:nvSpPr>
          <p:cNvPr id="58" name="AutoShape 6"/>
          <p:cNvSpPr>
            <a:spLocks noChangeArrowheads="1"/>
          </p:cNvSpPr>
          <p:nvPr/>
        </p:nvSpPr>
        <p:spPr bwMode="auto">
          <a:xfrm>
            <a:off x="1602336" y="1788145"/>
            <a:ext cx="1946760" cy="787908"/>
          </a:xfrm>
          <a:prstGeom prst="rightArrow">
            <a:avLst>
              <a:gd name="adj1" fmla="val 100000"/>
              <a:gd name="adj2" fmla="val 32438"/>
            </a:avLst>
          </a:prstGeom>
          <a:gradFill flip="none" rotWithShape="1">
            <a:gsLst>
              <a:gs pos="0">
                <a:srgbClr val="70C4E2"/>
              </a:gs>
              <a:gs pos="50000">
                <a:srgbClr val="99CCFF"/>
              </a:gs>
              <a:gs pos="100000">
                <a:srgbClr val="CCECFF"/>
              </a:gs>
            </a:gsLst>
            <a:lin ang="16200000" scaled="1"/>
            <a:tileRect/>
          </a:gradFill>
          <a:ln>
            <a:noFill/>
          </a:ln>
          <a:effectLst>
            <a:outerShdw blurRad="50800" dist="38100" dir="5400000" rotWithShape="0">
              <a:srgbClr val="000000">
                <a:alpha val="43137"/>
              </a:srgbClr>
            </a:outerShdw>
          </a:effectLst>
          <a:scene3d>
            <a:camera prst="orthographicFront" fov="0">
              <a:rot lat="0" lon="0" rev="0"/>
            </a:camera>
            <a:lightRig rig="soft" dir="tl">
              <a:rot lat="0" lon="0" rev="20000000"/>
            </a:lightRig>
          </a:scene3d>
          <a:sp3d prstMaterial="matte">
            <a:bevelT w="63500" h="63500" prst="coolSlant"/>
          </a:sp3d>
        </p:spPr>
        <p:txBody>
          <a:bodyPr wrap="none" anchor="ctr"/>
          <a:lstStyle/>
          <a:p>
            <a:pPr algn="ctr" fontAlgn="auto">
              <a:spcBef>
                <a:spcPts val="0"/>
              </a:spcBef>
              <a:spcAft>
                <a:spcPts val="0"/>
              </a:spcAft>
              <a:defRPr/>
            </a:pPr>
            <a:r>
              <a:rPr lang="zh-CN" altLang="en-US" sz="2400" b="1" dirty="0">
                <a:latin typeface="微软雅黑" panose="020B0503020204020204" pitchFamily="34" charset="-122"/>
                <a:ea typeface="微软雅黑" panose="020B0503020204020204" pitchFamily="34" charset="-122"/>
              </a:rPr>
              <a:t>一</a:t>
            </a:r>
            <a:endParaRPr lang="zh-CN" altLang="en-US" sz="2400" b="1" dirty="0">
              <a:latin typeface="微软雅黑" panose="020B0503020204020204" pitchFamily="34" charset="-122"/>
              <a:ea typeface="微软雅黑" panose="020B0503020204020204" pitchFamily="34" charset="-122"/>
            </a:endParaRPr>
          </a:p>
        </p:txBody>
      </p:sp>
      <p:sp>
        <p:nvSpPr>
          <p:cNvPr id="12" name="圆角矩形 11"/>
          <p:cNvSpPr/>
          <p:nvPr/>
        </p:nvSpPr>
        <p:spPr bwMode="auto">
          <a:xfrm>
            <a:off x="2768702" y="2660991"/>
            <a:ext cx="4678363" cy="647700"/>
          </a:xfrm>
          <a:prstGeom prst="roundRect">
            <a:avLst>
              <a:gd name="adj" fmla="val 26124"/>
            </a:avLst>
          </a:prstGeom>
        </p:spPr>
        <p:style>
          <a:lnRef idx="1">
            <a:schemeClr val="accent2"/>
          </a:lnRef>
          <a:fillRef idx="2">
            <a:schemeClr val="accent2"/>
          </a:fillRef>
          <a:effectRef idx="1">
            <a:schemeClr val="accent2"/>
          </a:effectRef>
          <a:fontRef idx="minor">
            <a:schemeClr val="dk1"/>
          </a:fontRef>
        </p:style>
        <p:txBody>
          <a:bodyPr wrap="none" anchor="ctr"/>
          <a:lstStyle/>
          <a:p>
            <a:pPr marL="360680" lvl="1" algn="l">
              <a:spcBef>
                <a:spcPct val="20000"/>
              </a:spcBef>
              <a:buClr>
                <a:srgbClr val="FD0000"/>
              </a:buClr>
              <a:defRPr/>
            </a:pPr>
            <a:r>
              <a:rPr lang="en-US" altLang="zh-CN" sz="2000" kern="0" dirty="0">
                <a:solidFill>
                  <a:srgbClr val="000000"/>
                </a:solidFill>
                <a:sym typeface="+mn-ea"/>
              </a:rPr>
              <a:t>        SQL</a:t>
            </a:r>
            <a:r>
              <a:rPr lang="zh-CN" altLang="en-US" sz="2000" kern="0" dirty="0">
                <a:solidFill>
                  <a:srgbClr val="000000"/>
                </a:solidFill>
                <a:sym typeface="+mn-ea"/>
              </a:rPr>
              <a:t>分析</a:t>
            </a:r>
            <a:r>
              <a:rPr lang="en-US" altLang="zh-CN" sz="2000" kern="0" dirty="0">
                <a:solidFill>
                  <a:srgbClr val="000000"/>
                </a:solidFill>
                <a:sym typeface="+mn-ea"/>
              </a:rPr>
              <a:t>(</a:t>
            </a:r>
            <a:r>
              <a:rPr lang="en-US" altLang="zh-TW" sz="2000" dirty="0">
                <a:cs typeface="宋体" panose="02010600030101010101" pitchFamily="2" charset="-122"/>
                <a:sym typeface="+mn-ea"/>
              </a:rPr>
              <a:t>SET EXPLAIN</a:t>
            </a:r>
            <a:r>
              <a:rPr lang="en-US" altLang="zh-CN" sz="2000" dirty="0">
                <a:cs typeface="宋体" panose="02010600030101010101" pitchFamily="2" charset="-122"/>
                <a:sym typeface="+mn-ea"/>
              </a:rPr>
              <a:t>)</a:t>
            </a:r>
            <a:endParaRPr lang="zh-CN" altLang="en-US" sz="2000" dirty="0">
              <a:solidFill>
                <a:schemeClr val="tx1"/>
              </a:solidFill>
              <a:ea typeface="宋体" panose="02010600030101010101" pitchFamily="2" charset="-122"/>
              <a:cs typeface="Arial" panose="020B0604020202020204" pitchFamily="34" charset="0"/>
              <a:sym typeface="+mn-ea"/>
            </a:endParaRPr>
          </a:p>
        </p:txBody>
      </p:sp>
      <p:sp>
        <p:nvSpPr>
          <p:cNvPr id="13" name="AutoShape 6"/>
          <p:cNvSpPr>
            <a:spLocks noChangeArrowheads="1"/>
          </p:cNvSpPr>
          <p:nvPr/>
        </p:nvSpPr>
        <p:spPr bwMode="auto">
          <a:xfrm>
            <a:off x="1612847" y="2588500"/>
            <a:ext cx="1946760" cy="813135"/>
          </a:xfrm>
          <a:prstGeom prst="rightArrow">
            <a:avLst>
              <a:gd name="adj1" fmla="val 100000"/>
              <a:gd name="adj2" fmla="val 32438"/>
            </a:avLst>
          </a:prstGeom>
          <a:gradFill flip="none" rotWithShape="1">
            <a:gsLst>
              <a:gs pos="0">
                <a:srgbClr val="70C4E2"/>
              </a:gs>
              <a:gs pos="50000">
                <a:srgbClr val="99CCFF"/>
              </a:gs>
              <a:gs pos="100000">
                <a:srgbClr val="CCECFF"/>
              </a:gs>
            </a:gsLst>
            <a:lin ang="16200000" scaled="1"/>
            <a:tileRect/>
          </a:gradFill>
          <a:ln>
            <a:noFill/>
          </a:ln>
          <a:effectLst>
            <a:outerShdw blurRad="50800" dist="38100" dir="5400000" rotWithShape="0">
              <a:srgbClr val="000000">
                <a:alpha val="43137"/>
              </a:srgbClr>
            </a:outerShdw>
          </a:effectLst>
          <a:scene3d>
            <a:camera prst="orthographicFront" fov="0">
              <a:rot lat="0" lon="0" rev="0"/>
            </a:camera>
            <a:lightRig rig="soft" dir="tl">
              <a:rot lat="0" lon="0" rev="20000000"/>
            </a:lightRig>
          </a:scene3d>
          <a:sp3d prstMaterial="matte">
            <a:bevelT w="63500" h="63500" prst="coolSlant"/>
          </a:sp3d>
        </p:spPr>
        <p:txBody>
          <a:bodyPr wrap="none" anchor="ctr"/>
          <a:lstStyle/>
          <a:p>
            <a:pPr marL="227330" indent="-227330" algn="ctr">
              <a:spcBef>
                <a:spcPct val="20000"/>
              </a:spcBef>
              <a:buClr>
                <a:srgbClr val="FD0000"/>
              </a:buClr>
              <a:defRPr/>
            </a:pPr>
            <a:r>
              <a:rPr lang="zh-CN" altLang="en-US" sz="2400" b="1" kern="0" dirty="0">
                <a:latin typeface="微软雅黑" panose="020B0503020204020204" pitchFamily="34" charset="-122"/>
                <a:ea typeface="微软雅黑" panose="020B0503020204020204" pitchFamily="34" charset="-122"/>
              </a:rPr>
              <a:t>二</a:t>
            </a:r>
            <a:endParaRPr lang="zh-CN" altLang="en-US" sz="2400" b="1" kern="0" dirty="0">
              <a:latin typeface="微软雅黑" panose="020B0503020204020204" pitchFamily="34" charset="-122"/>
              <a:ea typeface="微软雅黑" panose="020B0503020204020204" pitchFamily="34" charset="-122"/>
            </a:endParaRPr>
          </a:p>
        </p:txBody>
      </p:sp>
      <p:sp>
        <p:nvSpPr>
          <p:cNvPr id="59" name="圆角矩形 58"/>
          <p:cNvSpPr/>
          <p:nvPr/>
        </p:nvSpPr>
        <p:spPr bwMode="auto">
          <a:xfrm>
            <a:off x="2773957" y="3481077"/>
            <a:ext cx="4678363" cy="647700"/>
          </a:xfrm>
          <a:prstGeom prst="roundRect">
            <a:avLst>
              <a:gd name="adj" fmla="val 26124"/>
            </a:avLst>
          </a:prstGeom>
        </p:spPr>
        <p:style>
          <a:lnRef idx="1">
            <a:schemeClr val="accent5"/>
          </a:lnRef>
          <a:fillRef idx="2">
            <a:schemeClr val="accent5"/>
          </a:fillRef>
          <a:effectRef idx="1">
            <a:schemeClr val="accent5"/>
          </a:effectRef>
          <a:fontRef idx="minor">
            <a:schemeClr val="dk1"/>
          </a:fontRef>
        </p:style>
        <p:txBody>
          <a:bodyPr wrap="none" anchor="ctr"/>
          <a:lstStyle/>
          <a:p>
            <a:pPr marL="360680" lvl="1" algn="ctr">
              <a:spcBef>
                <a:spcPct val="20000"/>
              </a:spcBef>
              <a:buClr>
                <a:srgbClr val="FD0000"/>
              </a:buClr>
              <a:defRPr/>
            </a:pPr>
            <a:r>
              <a:rPr lang="zh-CN" altLang="en-US" sz="2000" b="1" kern="0" dirty="0">
                <a:solidFill>
                  <a:srgbClr val="000000"/>
                </a:solidFill>
              </a:rPr>
              <a:t> </a:t>
            </a:r>
            <a:r>
              <a:rPr kumimoji="1" lang="en-US" altLang="zh-CN" sz="2000" dirty="0">
                <a:sym typeface="+mn-ea"/>
              </a:rPr>
              <a:t>SQL </a:t>
            </a:r>
            <a:r>
              <a:rPr kumimoji="1" lang="zh-CN" altLang="en-US" sz="2000" dirty="0">
                <a:sym typeface="+mn-ea"/>
              </a:rPr>
              <a:t>优化</a:t>
            </a:r>
            <a:endParaRPr lang="en-US" altLang="zh-CN" sz="2000" b="1" kern="0" dirty="0">
              <a:solidFill>
                <a:srgbClr val="000000"/>
              </a:solidFill>
            </a:endParaRPr>
          </a:p>
        </p:txBody>
      </p:sp>
      <p:sp>
        <p:nvSpPr>
          <p:cNvPr id="60" name="AutoShape 6"/>
          <p:cNvSpPr>
            <a:spLocks noChangeArrowheads="1"/>
          </p:cNvSpPr>
          <p:nvPr/>
        </p:nvSpPr>
        <p:spPr bwMode="auto">
          <a:xfrm>
            <a:off x="1618102" y="3399707"/>
            <a:ext cx="1946760" cy="813135"/>
          </a:xfrm>
          <a:prstGeom prst="rightArrow">
            <a:avLst>
              <a:gd name="adj1" fmla="val 100000"/>
              <a:gd name="adj2" fmla="val 32438"/>
            </a:avLst>
          </a:prstGeom>
          <a:gradFill flip="none" rotWithShape="1">
            <a:gsLst>
              <a:gs pos="0">
                <a:srgbClr val="70C4E2"/>
              </a:gs>
              <a:gs pos="50000">
                <a:srgbClr val="99CCFF"/>
              </a:gs>
              <a:gs pos="100000">
                <a:srgbClr val="CCECFF"/>
              </a:gs>
            </a:gsLst>
            <a:lin ang="16200000" scaled="1"/>
            <a:tileRect/>
          </a:gradFill>
          <a:ln>
            <a:noFill/>
          </a:ln>
          <a:effectLst>
            <a:outerShdw blurRad="50800" dist="38100" dir="5400000" rotWithShape="0">
              <a:srgbClr val="000000">
                <a:alpha val="43137"/>
              </a:srgbClr>
            </a:outerShdw>
          </a:effectLst>
          <a:scene3d>
            <a:camera prst="orthographicFront" fov="0">
              <a:rot lat="0" lon="0" rev="0"/>
            </a:camera>
            <a:lightRig rig="soft" dir="tl">
              <a:rot lat="0" lon="0" rev="20000000"/>
            </a:lightRig>
          </a:scene3d>
          <a:sp3d prstMaterial="matte">
            <a:bevelT w="63500" h="63500" prst="coolSlant"/>
          </a:sp3d>
        </p:spPr>
        <p:txBody>
          <a:bodyPr wrap="none" anchor="ctr"/>
          <a:lstStyle/>
          <a:p>
            <a:pPr marL="227330" indent="-227330" algn="ctr">
              <a:spcBef>
                <a:spcPct val="20000"/>
              </a:spcBef>
              <a:buClr>
                <a:srgbClr val="FD0000"/>
              </a:buClr>
              <a:defRPr/>
            </a:pPr>
            <a:r>
              <a:rPr lang="zh-CN" altLang="en-US" sz="2400" b="1" kern="0" dirty="0">
                <a:latin typeface="微软雅黑" panose="020B0503020204020204" pitchFamily="34" charset="-122"/>
                <a:ea typeface="微软雅黑" panose="020B0503020204020204" pitchFamily="34" charset="-122"/>
              </a:rPr>
              <a:t>三</a:t>
            </a:r>
            <a:endParaRPr lang="zh-CN" altLang="en-US" sz="2400" b="1" kern="0" dirty="0">
              <a:latin typeface="微软雅黑" panose="020B0503020204020204" pitchFamily="34" charset="-122"/>
              <a:ea typeface="微软雅黑" panose="020B0503020204020204" pitchFamily="34" charset="-122"/>
            </a:endParaRPr>
          </a:p>
        </p:txBody>
      </p:sp>
      <p:sp>
        <p:nvSpPr>
          <p:cNvPr id="14" name="灯片编号占位符 13"/>
          <p:cNvSpPr>
            <a:spLocks noGrp="1"/>
          </p:cNvSpPr>
          <p:nvPr>
            <p:ph type="sldNum" sz="quarter" idx="4294967295"/>
          </p:nvPr>
        </p:nvSpPr>
        <p:spPr>
          <a:xfrm>
            <a:off x="0" y="6457950"/>
            <a:ext cx="9144000" cy="365125"/>
          </a:xfrm>
          <a:prstGeom prst="rect">
            <a:avLst/>
          </a:prstGeom>
        </p:spPr>
        <p:txBody>
          <a:bodyPr/>
          <a:lstStyle/>
          <a:p>
            <a:pPr>
              <a:buClr>
                <a:srgbClr val="FD0000"/>
              </a:buClr>
              <a:defRPr/>
            </a:pPr>
            <a:fld id="{F573F9B9-ACF9-4EF4-B2EB-E3BC326B9101}" type="slidenum">
              <a:rPr lang="zh-CN" altLang="en-US" smtClean="0"/>
            </a:fld>
            <a:endParaRPr lang="zh-CN" altLang="en-US"/>
          </a:p>
        </p:txBody>
      </p:sp>
      <p:sp>
        <p:nvSpPr>
          <p:cNvPr id="15" name="标题 27"/>
          <p:cNvSpPr>
            <a:spLocks noGrp="1"/>
          </p:cNvSpPr>
          <p:nvPr>
            <p:ph type="title"/>
          </p:nvPr>
        </p:nvSpPr>
        <p:spPr>
          <a:xfrm>
            <a:off x="255588" y="244475"/>
            <a:ext cx="8620125" cy="517525"/>
          </a:xfrm>
        </p:spPr>
        <p:txBody>
          <a:bodyPr/>
          <a:lstStyle/>
          <a:p>
            <a:r>
              <a:rPr lang="zh-CN" altLang="en-US" dirty="0"/>
              <a:t>目录</a:t>
            </a:r>
            <a:endParaRPr lang="zh-CN" altLang="en-US" dirty="0"/>
          </a:p>
        </p:txBody>
      </p:sp>
    </p:spTree>
  </p:cSld>
  <p:clrMapOvr>
    <a:masterClrMapping/>
  </p:clrMapOvr>
  <p:transition>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algn="l" eaLnBrk="1" hangingPunct="1"/>
            <a:r>
              <a:rPr lang="en-US" altLang="zh-TW" b="1" dirty="0">
                <a:cs typeface="PMingLiU" panose="02020500000000000000" charset="-120"/>
              </a:rPr>
              <a:t>SQL </a:t>
            </a:r>
            <a:r>
              <a:rPr lang="zh-CN" altLang="en-US" b="1" dirty="0">
                <a:cs typeface="宋体" panose="02010600030101010101" pitchFamily="2" charset="-122"/>
              </a:rPr>
              <a:t>优化</a:t>
            </a:r>
            <a:r>
              <a:rPr lang="zh-TW" altLang="en-US" b="1" dirty="0">
                <a:cs typeface="PMingLiU" panose="02020500000000000000" charset="-120"/>
              </a:rPr>
              <a:t> </a:t>
            </a:r>
            <a:r>
              <a:rPr lang="en-US" altLang="zh-TW" b="1" dirty="0">
                <a:cs typeface="PMingLiU" panose="02020500000000000000" charset="-120"/>
              </a:rPr>
              <a:t>– </a:t>
            </a:r>
            <a:r>
              <a:rPr lang="zh-CN" altLang="en-US" b="1" dirty="0">
                <a:cs typeface="宋体" panose="02010600030101010101" pitchFamily="2" charset="-122"/>
              </a:rPr>
              <a:t>不正确的</a:t>
            </a:r>
            <a:r>
              <a:rPr lang="en-US" altLang="zh-TW" b="1" dirty="0">
                <a:cs typeface="PMingLiU" panose="02020500000000000000" charset="-120"/>
              </a:rPr>
              <a:t>schema</a:t>
            </a:r>
            <a:endParaRPr lang="en-US" altLang="zh-TW" b="1" dirty="0">
              <a:cs typeface="PMingLiU" panose="02020500000000000000" charset="-120"/>
            </a:endParaRPr>
          </a:p>
        </p:txBody>
      </p:sp>
      <p:sp>
        <p:nvSpPr>
          <p:cNvPr id="25609" name="Rectangle 18"/>
          <p:cNvSpPr>
            <a:spLocks noChangeArrowheads="1"/>
          </p:cNvSpPr>
          <p:nvPr/>
        </p:nvSpPr>
        <p:spPr bwMode="blackWhite">
          <a:xfrm>
            <a:off x="467544" y="1268001"/>
            <a:ext cx="8229600" cy="2062103"/>
          </a:xfrm>
          <a:prstGeom prst="rect">
            <a:avLst/>
          </a:prstGeom>
          <a:noFill/>
          <a:ln>
            <a:noFill/>
          </a:ln>
        </p:spPr>
        <p:txBody>
          <a:bodyPr>
            <a:spAutoFit/>
          </a:bodyPr>
          <a:lstStyle/>
          <a:p>
            <a:pPr marL="342900" indent="-342900">
              <a:lnSpc>
                <a:spcPct val="130000"/>
              </a:lnSpc>
              <a:spcBef>
                <a:spcPct val="20000"/>
              </a:spcBef>
              <a:buClr>
                <a:srgbClr val="FF0000"/>
              </a:buClr>
              <a:buSzPct val="125000"/>
              <a:buFont typeface="Arial" panose="020B0604020202020204"/>
              <a:buChar char="•"/>
            </a:pPr>
            <a:r>
              <a:rPr lang="zh-CN" altLang="en-US" sz="2000" dirty="0">
                <a:latin typeface="微软雅黑" panose="020B0503020204020204" pitchFamily="34" charset="-122"/>
                <a:ea typeface="微软雅黑" panose="020B0503020204020204" pitchFamily="34" charset="-122"/>
                <a:cs typeface="宋体" panose="02010600030101010101" pitchFamily="2" charset="-122"/>
              </a:rPr>
              <a:t>从语句中找出滥用数据定义的表格</a:t>
            </a:r>
            <a:endParaRPr lang="en-US" altLang="zh-CN" sz="2000" dirty="0">
              <a:latin typeface="微软雅黑" panose="020B0503020204020204" pitchFamily="34" charset="-122"/>
              <a:ea typeface="微软雅黑" panose="020B0503020204020204" pitchFamily="34" charset="-122"/>
              <a:cs typeface="宋体" panose="02010600030101010101" pitchFamily="2" charset="-122"/>
            </a:endParaRPr>
          </a:p>
          <a:p>
            <a:pPr marL="342900" indent="-342900">
              <a:lnSpc>
                <a:spcPct val="130000"/>
              </a:lnSpc>
              <a:spcBef>
                <a:spcPct val="20000"/>
              </a:spcBef>
              <a:buClr>
                <a:srgbClr val="FF0000"/>
              </a:buClr>
              <a:buSzPct val="125000"/>
              <a:buFont typeface="Arial" panose="020B0604020202020204"/>
              <a:buChar char="•"/>
            </a:pPr>
            <a:r>
              <a:rPr lang="zh-CN" altLang="en-US" sz="2000" dirty="0">
                <a:latin typeface="微软雅黑" panose="020B0503020204020204" pitchFamily="34" charset="-122"/>
                <a:ea typeface="微软雅黑" panose="020B0503020204020204" pitchFamily="34" charset="-122"/>
                <a:cs typeface="宋体" panose="02010600030101010101" pitchFamily="2" charset="-122"/>
              </a:rPr>
              <a:t>范例</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endParaRPr>
          </a:p>
          <a:p>
            <a:pPr marL="800100" lvl="1" indent="-342900">
              <a:lnSpc>
                <a:spcPct val="130000"/>
              </a:lnSpc>
              <a:spcBef>
                <a:spcPct val="20000"/>
              </a:spcBef>
              <a:buClr>
                <a:srgbClr val="FF0000"/>
              </a:buClr>
              <a:buSzPct val="110000"/>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cs typeface="宋体" panose="02010600030101010101" pitchFamily="2" charset="-122"/>
              </a:rPr>
              <a:t>定义</a:t>
            </a:r>
            <a:r>
              <a:rPr lang="en-US" altLang="zh-CN" dirty="0">
                <a:latin typeface="微软雅黑" panose="020B0503020204020204" pitchFamily="34" charset="-122"/>
                <a:ea typeface="微软雅黑" panose="020B0503020204020204" pitchFamily="34" charset="-122"/>
                <a:cs typeface="宋体" panose="02010600030101010101" pitchFamily="2" charset="-122"/>
              </a:rPr>
              <a:t> </a:t>
            </a:r>
            <a:r>
              <a:rPr kumimoji="1" lang="en-US" altLang="zh-TW"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COL2</a:t>
            </a:r>
            <a:r>
              <a:rPr kumimoji="1" lang="zh-TW" altLang="en-US"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r>
              <a:rPr kumimoji="1" lang="en-US" altLang="zh-TW"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CHAR(2048) </a:t>
            </a:r>
            <a:r>
              <a:rPr kumimoji="1" lang="zh-CN" altLang="en-US"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是一个典型的滥用</a:t>
            </a:r>
            <a:endParaRPr kumimoji="1" lang="en-US" altLang="zh-TW"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marL="800100" lvl="1" indent="-342900">
              <a:lnSpc>
                <a:spcPct val="130000"/>
              </a:lnSpc>
              <a:spcBef>
                <a:spcPct val="20000"/>
              </a:spcBef>
              <a:buClr>
                <a:srgbClr val="FF0000"/>
              </a:buClr>
              <a:buSzPct val="110000"/>
              <a:buFont typeface="Arial" panose="020B0604020202020204"/>
              <a:buChar char="•"/>
            </a:pPr>
            <a:r>
              <a:rPr lang="zh-CN" altLang="en-US" dirty="0">
                <a:latin typeface="微软雅黑" panose="020B0503020204020204" pitchFamily="34" charset="-122"/>
                <a:ea typeface="微软雅黑" panose="020B0503020204020204" pitchFamily="34" charset="-122"/>
                <a:cs typeface="宋体" panose="02010600030101010101" pitchFamily="2" charset="-122"/>
              </a:rPr>
              <a:t>考虑用</a:t>
            </a:r>
            <a:r>
              <a:rPr lang="en-US" altLang="zh-CN" dirty="0" err="1">
                <a:latin typeface="微软雅黑" panose="020B0503020204020204" pitchFamily="34" charset="-122"/>
                <a:ea typeface="微软雅黑" panose="020B0503020204020204" pitchFamily="34" charset="-122"/>
                <a:cs typeface="DFKai-SB" panose="03000509000000000000" charset="-120"/>
              </a:rPr>
              <a:t>varchar</a:t>
            </a:r>
            <a:r>
              <a:rPr lang="zh-CN" altLang="en-US" dirty="0">
                <a:latin typeface="微软雅黑" panose="020B0503020204020204" pitchFamily="34" charset="-122"/>
                <a:ea typeface="微软雅黑" panose="020B0503020204020204" pitchFamily="34" charset="-122"/>
                <a:cs typeface="宋体" panose="02010600030101010101" pitchFamily="2" charset="-122"/>
              </a:rPr>
              <a:t>或</a:t>
            </a:r>
            <a:r>
              <a:rPr lang="en-US" altLang="zh-CN" dirty="0">
                <a:latin typeface="微软雅黑" panose="020B0503020204020204" pitchFamily="34" charset="-122"/>
                <a:ea typeface="微软雅黑" panose="020B0503020204020204" pitchFamily="34" charset="-122"/>
                <a:cs typeface="宋体" panose="02010600030101010101" pitchFamily="2" charset="-122"/>
              </a:rPr>
              <a:t> </a:t>
            </a:r>
            <a:r>
              <a:rPr lang="en-US" altLang="zh-CN" dirty="0" err="1">
                <a:latin typeface="微软雅黑" panose="020B0503020204020204" pitchFamily="34" charset="-122"/>
                <a:ea typeface="微软雅黑" panose="020B0503020204020204" pitchFamily="34" charset="-122"/>
                <a:cs typeface="DFKai-SB" panose="03000509000000000000" charset="-120"/>
              </a:rPr>
              <a:t>lvarchar</a:t>
            </a:r>
            <a:r>
              <a:rPr lang="en-US" altLang="zh-CN" dirty="0">
                <a:latin typeface="微软雅黑" panose="020B0503020204020204" pitchFamily="34" charset="-122"/>
                <a:ea typeface="微软雅黑" panose="020B0503020204020204" pitchFamily="34" charset="-122"/>
                <a:cs typeface="DFKai-SB" panose="03000509000000000000" charset="-120"/>
              </a:rPr>
              <a:t> </a:t>
            </a:r>
            <a:r>
              <a:rPr lang="zh-CN" altLang="en-US" dirty="0">
                <a:latin typeface="微软雅黑" panose="020B0503020204020204" pitchFamily="34" charset="-122"/>
                <a:ea typeface="微软雅黑" panose="020B0503020204020204" pitchFamily="34" charset="-122"/>
                <a:cs typeface="宋体" panose="02010600030101010101" pitchFamily="2" charset="-122"/>
              </a:rPr>
              <a:t>替代</a:t>
            </a:r>
            <a:r>
              <a:rPr lang="en-US" altLang="zh-CN" dirty="0">
                <a:latin typeface="微软雅黑" panose="020B0503020204020204" pitchFamily="34" charset="-122"/>
                <a:ea typeface="微软雅黑" panose="020B0503020204020204" pitchFamily="34" charset="-122"/>
                <a:cs typeface="DFKai-SB" panose="03000509000000000000" charset="-120"/>
              </a:rPr>
              <a:t>char</a:t>
            </a:r>
            <a:endParaRPr lang="en-US" altLang="zh-CN" dirty="0">
              <a:latin typeface="微软雅黑" panose="020B0503020204020204" pitchFamily="34" charset="-122"/>
              <a:ea typeface="微软雅黑" panose="020B0503020204020204" pitchFamily="34" charset="-122"/>
              <a:cs typeface="DFKai-SB" panose="03000509000000000000" charset="-120"/>
            </a:endParaRPr>
          </a:p>
          <a:p>
            <a:pPr marL="342900" indent="-342900"/>
            <a:endParaRPr lang="en-US" altLang="zh-CN" dirty="0">
              <a:ea typeface="宋体" panose="02010600030101010101" pitchFamily="2" charset="-122"/>
            </a:endParaRPr>
          </a:p>
        </p:txBody>
      </p:sp>
      <p:sp>
        <p:nvSpPr>
          <p:cNvPr id="5" name="灯片编号占位符 9"/>
          <p:cNvSpPr>
            <a:spLocks noGrp="1"/>
          </p:cNvSpPr>
          <p:nvPr>
            <p:ph type="sldNum" sz="quarter" idx="4294967295"/>
          </p:nvPr>
        </p:nvSpPr>
        <p:spPr>
          <a:xfrm>
            <a:off x="0" y="6457950"/>
            <a:ext cx="9144000" cy="365125"/>
          </a:xfrm>
          <a:prstGeom prst="rect">
            <a:avLst/>
          </a:prstGeom>
        </p:spPr>
        <p:txBody>
          <a:bodyPr vert="horz" wrap="square" lIns="91440" tIns="45720" rIns="91440" bIns="45720" numCol="1" anchor="ctr" anchorCtr="0" compatLnSpc="1"/>
          <a:lstStyle>
            <a:lvl1pPr algn="r">
              <a:defRPr sz="1200" b="0">
                <a:solidFill>
                  <a:schemeClr val="bg1">
                    <a:lumMod val="50000"/>
                  </a:schemeClr>
                </a:solidFill>
                <a:latin typeface="+mn-lt"/>
                <a:ea typeface="宋体" panose="02010600030101010101" pitchFamily="2" charset="-122"/>
              </a:defRPr>
            </a:lvl1pPr>
          </a:lstStyle>
          <a:p>
            <a:fld id="{84CFB1C9-13D2-4FCA-8E43-5D048D3AC9EF}" type="slidenum">
              <a:rPr kumimoji="1" lang="zh-CN" altLang="en-US" smtClean="0"/>
            </a:fld>
            <a:endParaRPr kumimoji="1" lang="zh-CN" altLang="en-US" dirty="0"/>
          </a:p>
        </p:txBody>
      </p:sp>
      <p:sp>
        <p:nvSpPr>
          <p:cNvPr id="3" name="文本框 2"/>
          <p:cNvSpPr txBox="1"/>
          <p:nvPr/>
        </p:nvSpPr>
        <p:spPr>
          <a:xfrm>
            <a:off x="755576" y="3356992"/>
            <a:ext cx="7560840" cy="2504532"/>
          </a:xfrm>
          <a:prstGeom prst="rect">
            <a:avLst/>
          </a:prstGeom>
          <a:solidFill>
            <a:srgbClr val="D9D9D9"/>
          </a:solidFill>
          <a:ln>
            <a:solidFill>
              <a:srgbClr val="0000FF"/>
            </a:solidFill>
          </a:ln>
        </p:spPr>
        <p:txBody>
          <a:bodyPr wrap="square" rtlCol="0">
            <a:spAutoFit/>
          </a:bodyPr>
          <a:lstStyle/>
          <a:p>
            <a:pPr lvl="0" fontAlgn="base">
              <a:lnSpc>
                <a:spcPct val="125000"/>
              </a:lnSpc>
              <a:spcBef>
                <a:spcPct val="0"/>
              </a:spcBef>
              <a:spcAft>
                <a:spcPct val="0"/>
              </a:spcAft>
              <a:buClr>
                <a:srgbClr val="660066"/>
              </a:buClr>
              <a:buSzPct val="80000"/>
            </a:pPr>
            <a:r>
              <a:rPr kumimoji="1" lang="en-US" altLang="zh-TW"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CREATE TABLE </a:t>
            </a:r>
            <a:r>
              <a:rPr kumimoji="1" lang="en-US" altLang="zh-TW"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new_table</a:t>
            </a:r>
            <a:endParaRPr kumimoji="1" lang="en-US" altLang="zh-TW"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lvl="0" fontAlgn="base">
              <a:lnSpc>
                <a:spcPct val="125000"/>
              </a:lnSpc>
              <a:spcBef>
                <a:spcPct val="0"/>
              </a:spcBef>
              <a:spcAft>
                <a:spcPct val="0"/>
              </a:spcAft>
              <a:buClr>
                <a:srgbClr val="660066"/>
              </a:buClr>
              <a:buSzPct val="80000"/>
            </a:pPr>
            <a:r>
              <a:rPr kumimoji="1" lang="en-US" altLang="zh-TW"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kumimoji="1" lang="zh-TW" altLang="en-US"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endParaRPr kumimoji="1" lang="en-US" altLang="zh-TW"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lvl="0" fontAlgn="base">
              <a:lnSpc>
                <a:spcPct val="125000"/>
              </a:lnSpc>
              <a:spcBef>
                <a:spcPct val="0"/>
              </a:spcBef>
              <a:spcAft>
                <a:spcPct val="0"/>
              </a:spcAft>
              <a:buClr>
                <a:srgbClr val="660066"/>
              </a:buClr>
              <a:buSzPct val="80000"/>
            </a:pPr>
            <a:r>
              <a:rPr kumimoji="1" lang="en-US" altLang="zh-TW"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COL1</a:t>
            </a:r>
            <a:r>
              <a:rPr kumimoji="1" lang="zh-TW" altLang="en-US"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r>
              <a:rPr kumimoji="1" lang="en-US" altLang="zh-TW"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INTEGER NOT</a:t>
            </a:r>
            <a:r>
              <a:rPr kumimoji="1" lang="zh-TW" altLang="en-US"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r>
              <a:rPr kumimoji="1" lang="en-US" altLang="zh-TW"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NULL</a:t>
            </a:r>
            <a:r>
              <a:rPr kumimoji="1" lang="zh-TW" altLang="en-US"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kumimoji="1" lang="en-US" altLang="zh-TW"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endParaRPr kumimoji="1" lang="en-US" altLang="zh-TW"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lvl="0" fontAlgn="base">
              <a:lnSpc>
                <a:spcPct val="125000"/>
              </a:lnSpc>
              <a:spcBef>
                <a:spcPct val="0"/>
              </a:spcBef>
              <a:spcAft>
                <a:spcPct val="0"/>
              </a:spcAft>
              <a:buClr>
                <a:srgbClr val="660066"/>
              </a:buClr>
              <a:buSzPct val="80000"/>
            </a:pPr>
            <a:r>
              <a:rPr kumimoji="1" lang="en-US" altLang="zh-TW"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COL2</a:t>
            </a:r>
            <a:r>
              <a:rPr kumimoji="1" lang="zh-TW" altLang="en-US"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r>
              <a:rPr kumimoji="1" lang="en-US" altLang="zh-TW"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CHAR(2048)</a:t>
            </a:r>
            <a:r>
              <a:rPr kumimoji="1" lang="zh-TW" altLang="en-US"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kumimoji="1" lang="en-US" altLang="zh-TW"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 CHAR(</a:t>
            </a:r>
            <a:r>
              <a:rPr kumimoji="1" lang="en-US" altLang="zh-TW" i="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n</a:t>
            </a:r>
            <a:r>
              <a:rPr kumimoji="1" lang="en-US" altLang="zh-TW"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length 1 ≤</a:t>
            </a:r>
            <a:r>
              <a:rPr kumimoji="1" lang="en-US" altLang="zh-TW" i="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n</a:t>
            </a:r>
            <a:r>
              <a:rPr kumimoji="1" lang="en-US" altLang="zh-TW"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 32,767*/</a:t>
            </a:r>
            <a:endParaRPr kumimoji="1" lang="en-US" altLang="zh-TW"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lvl="0" fontAlgn="base">
              <a:lnSpc>
                <a:spcPct val="125000"/>
              </a:lnSpc>
              <a:spcBef>
                <a:spcPct val="0"/>
              </a:spcBef>
              <a:spcAft>
                <a:spcPct val="0"/>
              </a:spcAft>
              <a:buClr>
                <a:srgbClr val="660066"/>
              </a:buClr>
              <a:buSzPct val="80000"/>
            </a:pPr>
            <a:r>
              <a:rPr kumimoji="1" lang="en-US" altLang="zh-TW"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COL3</a:t>
            </a:r>
            <a:r>
              <a:rPr kumimoji="1" lang="zh-TW" altLang="en-US"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r>
              <a:rPr kumimoji="1" lang="en-US" altLang="zh-TW"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DATE</a:t>
            </a:r>
            <a:r>
              <a:rPr kumimoji="1" lang="zh-TW" altLang="en-US"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r>
              <a:rPr kumimoji="1" lang="en-US" altLang="zh-TW"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DEFAULT</a:t>
            </a:r>
            <a:r>
              <a:rPr kumimoji="1" lang="zh-TW" altLang="en-US"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r>
              <a:rPr kumimoji="1" lang="en-US" altLang="zh-TW"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TODAY</a:t>
            </a:r>
            <a:r>
              <a:rPr kumimoji="1" lang="zh-TW" altLang="en-US"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kumimoji="1" lang="en-US" altLang="zh-TW"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endParaRPr kumimoji="1" lang="en-US" altLang="zh-TW"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lvl="0" fontAlgn="base">
              <a:lnSpc>
                <a:spcPct val="125000"/>
              </a:lnSpc>
              <a:spcBef>
                <a:spcPct val="0"/>
              </a:spcBef>
              <a:spcAft>
                <a:spcPct val="0"/>
              </a:spcAft>
              <a:buClr>
                <a:srgbClr val="660066"/>
              </a:buClr>
              <a:buSzPct val="80000"/>
            </a:pPr>
            <a:r>
              <a:rPr kumimoji="1" lang="en-US" altLang="zh-TW"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COL4</a:t>
            </a:r>
            <a:r>
              <a:rPr kumimoji="1" lang="zh-TW" altLang="en-US"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r>
              <a:rPr kumimoji="1" lang="en-US" altLang="zh-TW"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SMALLINT</a:t>
            </a:r>
            <a:r>
              <a:rPr kumimoji="1" lang="zh-TW" altLang="en-US"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r>
              <a:rPr kumimoji="1" lang="en-US" altLang="zh-TW"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UNIQUE</a:t>
            </a:r>
            <a:r>
              <a:rPr kumimoji="1" lang="zh-TW" altLang="en-US"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kumimoji="1" lang="en-US" altLang="zh-TW"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endParaRPr kumimoji="1" lang="en-US" altLang="zh-TW"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lvl="0" fontAlgn="base">
              <a:lnSpc>
                <a:spcPct val="125000"/>
              </a:lnSpc>
              <a:spcBef>
                <a:spcPct val="0"/>
              </a:spcBef>
              <a:spcAft>
                <a:spcPct val="0"/>
              </a:spcAft>
              <a:buClr>
                <a:srgbClr val="660066"/>
              </a:buClr>
              <a:buSzPct val="80000"/>
            </a:pPr>
            <a:r>
              <a:rPr kumimoji="1" lang="en-US" altLang="zh-TW"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kumimoji="1" lang="en-US" altLang="zh-TW"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endParaRPr kumimoji="1" lang="en-US" altLang="zh-TW"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algn="l"/>
            <a:r>
              <a:rPr lang="en-US" altLang="zh-TW" b="1" dirty="0">
                <a:cs typeface="PMingLiU" panose="02020500000000000000" charset="-120"/>
              </a:rPr>
              <a:t>SQL </a:t>
            </a:r>
            <a:r>
              <a:rPr lang="zh-CN" altLang="en-US" b="1" dirty="0">
                <a:cs typeface="宋体" panose="02010600030101010101" pitchFamily="2" charset="-122"/>
              </a:rPr>
              <a:t>优化</a:t>
            </a:r>
            <a:r>
              <a:rPr lang="zh-TW" altLang="en-US" b="1" dirty="0">
                <a:cs typeface="PMingLiU" panose="02020500000000000000" charset="-120"/>
              </a:rPr>
              <a:t> </a:t>
            </a:r>
            <a:r>
              <a:rPr lang="en-US" altLang="zh-TW" b="1" dirty="0">
                <a:cs typeface="PMingLiU" panose="02020500000000000000" charset="-120"/>
              </a:rPr>
              <a:t>– </a:t>
            </a:r>
            <a:r>
              <a:rPr lang="zh-CN" altLang="en-US" b="1" dirty="0">
                <a:cs typeface="宋体" panose="02010600030101010101" pitchFamily="2" charset="-122"/>
              </a:rPr>
              <a:t>不正确的</a:t>
            </a:r>
            <a:r>
              <a:rPr lang="en-US" altLang="zh-TW" b="1" dirty="0">
                <a:cs typeface="PMingLiU" panose="02020500000000000000" charset="-120"/>
              </a:rPr>
              <a:t>condition</a:t>
            </a:r>
            <a:endParaRPr lang="en-US" altLang="zh-TW" b="1" dirty="0">
              <a:cs typeface="PMingLiU" panose="02020500000000000000" charset="-120"/>
            </a:endParaRPr>
          </a:p>
        </p:txBody>
      </p:sp>
      <p:pic>
        <p:nvPicPr>
          <p:cNvPr id="26627" name="Picture 4" descr="incorrect"/>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681990" y="3034030"/>
            <a:ext cx="7921625" cy="2843530"/>
          </a:xfrm>
          <a:prstGeom prst="rect">
            <a:avLst/>
          </a:prstGeom>
          <a:solidFill>
            <a:srgbClr val="D9D9D9"/>
          </a:solidFill>
          <a:ln w="9525">
            <a:solidFill>
              <a:srgbClr val="0000FF"/>
            </a:solidFill>
            <a:miter lim="800000"/>
            <a:headEnd/>
            <a:tailEnd/>
          </a:ln>
        </p:spPr>
      </p:pic>
      <p:sp>
        <p:nvSpPr>
          <p:cNvPr id="26628" name="Rectangle 5"/>
          <p:cNvSpPr>
            <a:spLocks noChangeArrowheads="1"/>
          </p:cNvSpPr>
          <p:nvPr/>
        </p:nvSpPr>
        <p:spPr bwMode="auto">
          <a:xfrm>
            <a:off x="3850908" y="4365104"/>
            <a:ext cx="3743325" cy="1439863"/>
          </a:xfrm>
          <a:prstGeom prst="rect">
            <a:avLst/>
          </a:prstGeom>
          <a:noFill/>
          <a:ln w="28575">
            <a:solidFill>
              <a:srgbClr val="CC0000"/>
            </a:solidFill>
            <a:miter lim="800000"/>
          </a:ln>
        </p:spPr>
        <p:txBody>
          <a:bodyPr wrap="none" anchor="ctr"/>
          <a:lstStyle/>
          <a:p>
            <a:pPr algn="ctr">
              <a:buClrTx/>
              <a:buFontTx/>
              <a:buNone/>
            </a:pPr>
            <a:endParaRPr lang="en-US" altLang="zh-CN" sz="2000">
              <a:solidFill>
                <a:srgbClr val="CC0000"/>
              </a:solidFill>
              <a:ea typeface="宋体" panose="02010600030101010101" pitchFamily="2" charset="-122"/>
              <a:cs typeface="宋体" panose="02010600030101010101" pitchFamily="2" charset="-122"/>
            </a:endParaRPr>
          </a:p>
        </p:txBody>
      </p:sp>
      <p:sp>
        <p:nvSpPr>
          <p:cNvPr id="6" name="灯片编号占位符 9"/>
          <p:cNvSpPr>
            <a:spLocks noGrp="1"/>
          </p:cNvSpPr>
          <p:nvPr>
            <p:ph type="sldNum" sz="quarter" idx="4"/>
          </p:nvPr>
        </p:nvSpPr>
        <p:spPr>
          <a:xfrm>
            <a:off x="0" y="6457950"/>
            <a:ext cx="9144000" cy="365125"/>
          </a:xfrm>
          <a:prstGeom prst="rect">
            <a:avLst/>
          </a:prstGeom>
        </p:spPr>
        <p:txBody>
          <a:bodyPr vert="horz" wrap="square" lIns="91440" tIns="45720" rIns="91440" bIns="45720" numCol="1" anchor="ctr" anchorCtr="0" compatLnSpc="1"/>
          <a:lstStyle>
            <a:lvl1pPr algn="r">
              <a:defRPr sz="1200" b="0">
                <a:solidFill>
                  <a:schemeClr val="bg1">
                    <a:lumMod val="50000"/>
                  </a:schemeClr>
                </a:solidFill>
                <a:latin typeface="+mn-lt"/>
                <a:ea typeface="宋体" panose="02010600030101010101" pitchFamily="2" charset="-122"/>
              </a:defRPr>
            </a:lvl1pPr>
          </a:lstStyle>
          <a:p>
            <a:fld id="{84CFB1C9-13D2-4FCA-8E43-5D048D3AC9EF}" type="slidenum">
              <a:rPr kumimoji="1" lang="zh-CN" altLang="en-US" smtClean="0"/>
            </a:fld>
            <a:endParaRPr kumimoji="1" lang="zh-CN" altLang="en-US" dirty="0"/>
          </a:p>
        </p:txBody>
      </p:sp>
      <p:sp>
        <p:nvSpPr>
          <p:cNvPr id="7" name="Rectangle 18"/>
          <p:cNvSpPr>
            <a:spLocks noChangeArrowheads="1"/>
          </p:cNvSpPr>
          <p:nvPr/>
        </p:nvSpPr>
        <p:spPr bwMode="blackWhite">
          <a:xfrm>
            <a:off x="467544" y="1052736"/>
            <a:ext cx="8229600" cy="1766570"/>
          </a:xfrm>
          <a:prstGeom prst="rect">
            <a:avLst/>
          </a:prstGeom>
          <a:noFill/>
          <a:ln>
            <a:noFill/>
          </a:ln>
        </p:spPr>
        <p:txBody>
          <a:bodyPr>
            <a:spAutoFit/>
          </a:bodyPr>
          <a:lstStyle/>
          <a:p>
            <a:pPr marL="342900" indent="-342900">
              <a:lnSpc>
                <a:spcPct val="130000"/>
              </a:lnSpc>
              <a:spcBef>
                <a:spcPct val="20000"/>
              </a:spcBef>
              <a:buClr>
                <a:srgbClr val="FF0000"/>
              </a:buClr>
              <a:buSzPct val="125000"/>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宋体" panose="02010600030101010101" pitchFamily="2" charset="-122"/>
              </a:rPr>
              <a:t>从语句中找出</a:t>
            </a:r>
            <a:r>
              <a:rPr lang="en-US" altLang="zh-CN" sz="2000" dirty="0">
                <a:latin typeface="微软雅黑" panose="020B0503020204020204" pitchFamily="34" charset="-122"/>
                <a:ea typeface="微软雅黑" panose="020B0503020204020204" pitchFamily="34" charset="-122"/>
                <a:cs typeface="宋体" panose="02010600030101010101" pitchFamily="2" charset="-122"/>
              </a:rPr>
              <a:t> </a:t>
            </a:r>
            <a:r>
              <a:rPr lang="zh-CN" altLang="en-US" sz="2000" dirty="0">
                <a:latin typeface="微软雅黑" panose="020B0503020204020204" pitchFamily="34" charset="-122"/>
                <a:ea typeface="微软雅黑" panose="020B0503020204020204" pitchFamily="34" charset="-122"/>
                <a:cs typeface="宋体" panose="02010600030101010101" pitchFamily="2" charset="-122"/>
              </a:rPr>
              <a:t>不恰当的</a:t>
            </a:r>
            <a:r>
              <a:rPr lang="en-US" altLang="zh-CN" sz="2000" dirty="0">
                <a:latin typeface="微软雅黑" panose="020B0503020204020204" pitchFamily="34" charset="-122"/>
                <a:ea typeface="微软雅黑" panose="020B0503020204020204" pitchFamily="34" charset="-122"/>
                <a:cs typeface="宋体" panose="02010600030101010101" pitchFamily="2" charset="-122"/>
              </a:rPr>
              <a:t> SQL </a:t>
            </a:r>
            <a:r>
              <a:rPr lang="zh-CN" altLang="en-US" sz="2000" dirty="0">
                <a:latin typeface="微软雅黑" panose="020B0503020204020204" pitchFamily="34" charset="-122"/>
                <a:ea typeface="微软雅黑" panose="020B0503020204020204" pitchFamily="34" charset="-122"/>
                <a:cs typeface="宋体" panose="02010600030101010101" pitchFamily="2" charset="-122"/>
              </a:rPr>
              <a:t>语句</a:t>
            </a:r>
            <a:endParaRPr lang="en-US" altLang="zh-CN" sz="2000" dirty="0">
              <a:latin typeface="微软雅黑" panose="020B0503020204020204" pitchFamily="34" charset="-122"/>
              <a:ea typeface="微软雅黑" panose="020B0503020204020204" pitchFamily="34" charset="-122"/>
              <a:cs typeface="宋体" panose="02010600030101010101" pitchFamily="2" charset="-122"/>
            </a:endParaRPr>
          </a:p>
          <a:p>
            <a:pPr marL="342900" indent="-342900">
              <a:lnSpc>
                <a:spcPct val="130000"/>
              </a:lnSpc>
              <a:spcBef>
                <a:spcPct val="20000"/>
              </a:spcBef>
              <a:buClr>
                <a:srgbClr val="FF0000"/>
              </a:buClr>
              <a:buSzPct val="125000"/>
              <a:buFont typeface="Arial" panose="020B0604020202020204"/>
              <a:buChar char="•"/>
            </a:pPr>
            <a:r>
              <a:rPr lang="zh-CN" altLang="en-US" sz="2000" dirty="0">
                <a:latin typeface="微软雅黑" panose="020B0503020204020204" pitchFamily="34" charset="-122"/>
                <a:ea typeface="微软雅黑" panose="020B0503020204020204" pitchFamily="34" charset="-122"/>
                <a:cs typeface="宋体" panose="02010600030101010101" pitchFamily="2" charset="-122"/>
              </a:rPr>
              <a:t>范例</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endParaRPr>
          </a:p>
          <a:p>
            <a:pPr marL="800100" lvl="1" indent="-342900">
              <a:lnSpc>
                <a:spcPct val="130000"/>
              </a:lnSpc>
              <a:spcBef>
                <a:spcPct val="20000"/>
              </a:spcBef>
              <a:buClr>
                <a:srgbClr val="FF0000"/>
              </a:buClr>
              <a:buSzPct val="110000"/>
              <a:buFont typeface="Arial" panose="020B0604020202020204"/>
              <a:buChar char="•"/>
            </a:pPr>
            <a:r>
              <a:rPr lang="zh-CN" altLang="en-US" dirty="0">
                <a:latin typeface="微软雅黑" panose="020B0503020204020204" pitchFamily="34" charset="-122"/>
                <a:ea typeface="微软雅黑" panose="020B0503020204020204" pitchFamily="34" charset="-122"/>
                <a:cs typeface="宋体" panose="02010600030101010101" pitchFamily="2" charset="-122"/>
              </a:rPr>
              <a:t>在</a:t>
            </a:r>
            <a:r>
              <a:rPr lang="en-US" altLang="zh-CN" dirty="0" err="1">
                <a:latin typeface="微软雅黑" panose="020B0503020204020204" pitchFamily="34" charset="-122"/>
                <a:ea typeface="微软雅黑" panose="020B0503020204020204" pitchFamily="34" charset="-122"/>
                <a:cs typeface="宋体" panose="02010600030101010101" pitchFamily="2" charset="-122"/>
              </a:rPr>
              <a:t>compress_date</a:t>
            </a:r>
            <a:r>
              <a:rPr lang="zh-CN" altLang="en-US" dirty="0">
                <a:latin typeface="微软雅黑" panose="020B0503020204020204" pitchFamily="34" charset="-122"/>
                <a:ea typeface="微软雅黑" panose="020B0503020204020204" pitchFamily="34" charset="-122"/>
                <a:cs typeface="宋体" panose="02010600030101010101" pitchFamily="2" charset="-122"/>
              </a:rPr>
              <a:t>列上编程不正确</a:t>
            </a:r>
            <a:r>
              <a:rPr lang="en-US" altLang="zh-CN" dirty="0">
                <a:latin typeface="微软雅黑" panose="020B0503020204020204" pitchFamily="34" charset="-122"/>
                <a:ea typeface="微软雅黑" panose="020B0503020204020204" pitchFamily="34" charset="-122"/>
                <a:cs typeface="宋体" panose="02010600030101010101" pitchFamily="2" charset="-122"/>
              </a:rPr>
              <a:t>. </a:t>
            </a:r>
            <a:endParaRPr lang="en-US" altLang="zh-CN" dirty="0">
              <a:latin typeface="微软雅黑" panose="020B0503020204020204" pitchFamily="34" charset="-122"/>
              <a:ea typeface="微软雅黑" panose="020B0503020204020204" pitchFamily="34" charset="-122"/>
              <a:cs typeface="宋体" panose="02010600030101010101" pitchFamily="2" charset="-122"/>
            </a:endParaRPr>
          </a:p>
          <a:p>
            <a:pPr marL="800100" lvl="1" indent="-342900">
              <a:lnSpc>
                <a:spcPct val="130000"/>
              </a:lnSpc>
              <a:spcBef>
                <a:spcPct val="20000"/>
              </a:spcBef>
              <a:buClr>
                <a:srgbClr val="FF0000"/>
              </a:buClr>
              <a:buSzPct val="110000"/>
              <a:buFont typeface="Arial" panose="020B0604020202020204"/>
              <a:buChar char="•"/>
            </a:pPr>
            <a:r>
              <a:rPr lang="en-US" altLang="zh-CN" dirty="0" err="1">
                <a:latin typeface="微软雅黑" panose="020B0503020204020204" pitchFamily="34" charset="-122"/>
                <a:ea typeface="微软雅黑" panose="020B0503020204020204" pitchFamily="34" charset="-122"/>
                <a:cs typeface="宋体" panose="02010600030101010101" pitchFamily="2" charset="-122"/>
              </a:rPr>
              <a:t>compress_date</a:t>
            </a:r>
            <a:r>
              <a:rPr lang="en-US" altLang="zh-CN" dirty="0">
                <a:latin typeface="微软雅黑" panose="020B0503020204020204" pitchFamily="34" charset="-122"/>
                <a:ea typeface="微软雅黑" panose="020B0503020204020204" pitchFamily="34" charset="-122"/>
                <a:cs typeface="宋体" panose="02010600030101010101" pitchFamily="2" charset="-122"/>
              </a:rPr>
              <a:t> </a:t>
            </a:r>
            <a:r>
              <a:rPr lang="zh-CN" altLang="en-US" dirty="0">
                <a:latin typeface="微软雅黑" panose="020B0503020204020204" pitchFamily="34" charset="-122"/>
                <a:ea typeface="微软雅黑" panose="020B0503020204020204" pitchFamily="34" charset="-122"/>
                <a:cs typeface="宋体" panose="02010600030101010101" pitchFamily="2" charset="-122"/>
              </a:rPr>
              <a:t>和 </a:t>
            </a:r>
            <a:r>
              <a:rPr lang="en-US" altLang="zh-CN" dirty="0" err="1">
                <a:latin typeface="微软雅黑" panose="020B0503020204020204" pitchFamily="34" charset="-122"/>
                <a:ea typeface="微软雅黑" panose="020B0503020204020204" pitchFamily="34" charset="-122"/>
                <a:cs typeface="宋体" panose="02010600030101010101" pitchFamily="2" charset="-122"/>
              </a:rPr>
              <a:t>s_hour</a:t>
            </a:r>
            <a:r>
              <a:rPr lang="zh-CN" altLang="en-US" dirty="0">
                <a:latin typeface="微软雅黑" panose="020B0503020204020204" pitchFamily="34" charset="-122"/>
                <a:ea typeface="微软雅黑" panose="020B0503020204020204" pitchFamily="34" charset="-122"/>
                <a:cs typeface="宋体" panose="02010600030101010101" pitchFamily="2" charset="-122"/>
              </a:rPr>
              <a:t>列上建</a:t>
            </a:r>
            <a:r>
              <a:rPr lang="zh-CN" altLang="en-US" dirty="0">
                <a:solidFill>
                  <a:srgbClr val="0000FF"/>
                </a:solidFill>
                <a:latin typeface="微软雅黑" panose="020B0503020204020204" pitchFamily="34" charset="-122"/>
                <a:ea typeface="微软雅黑" panose="020B0503020204020204" pitchFamily="34" charset="-122"/>
                <a:cs typeface="宋体" panose="02010600030101010101" pitchFamily="2" charset="-122"/>
              </a:rPr>
              <a:t>有索引</a:t>
            </a:r>
            <a:r>
              <a:rPr lang="zh-CN" altLang="en-US" dirty="0">
                <a:latin typeface="微软雅黑" panose="020B0503020204020204" pitchFamily="34" charset="-122"/>
                <a:ea typeface="微软雅黑" panose="020B0503020204020204" pitchFamily="34" charset="-122"/>
                <a:cs typeface="宋体" panose="02010600030101010101" pitchFamily="2" charset="-122"/>
              </a:rPr>
              <a:t>吗？</a:t>
            </a:r>
            <a:endParaRPr lang="zh-CN" altLang="en-US" dirty="0">
              <a:latin typeface="微软雅黑" panose="020B0503020204020204" pitchFamily="34" charset="-122"/>
              <a:ea typeface="微软雅黑" panose="020B0503020204020204" pitchFamily="34" charset="-122"/>
              <a:cs typeface="宋体" panose="02010600030101010101" pitchFamily="2" charset="-122"/>
            </a:endParaRPr>
          </a:p>
        </p:txBody>
      </p:sp>
    </p:spTree>
  </p:cSld>
  <p:clrMapOvr>
    <a:masterClrMapping/>
  </p:clrMapOvr>
  <p:transition>
    <p:wipe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algn="l" eaLnBrk="1" hangingPunct="1"/>
            <a:r>
              <a:rPr lang="en-US" altLang="zh-TW" b="1" dirty="0">
                <a:cs typeface="PMingLiU" panose="02020500000000000000" charset="-120"/>
              </a:rPr>
              <a:t>SQL </a:t>
            </a:r>
            <a:r>
              <a:rPr lang="zh-CN" altLang="en-US" b="1" dirty="0">
                <a:cs typeface="宋体" panose="02010600030101010101" pitchFamily="2" charset="-122"/>
              </a:rPr>
              <a:t>优化</a:t>
            </a:r>
            <a:r>
              <a:rPr lang="zh-TW" altLang="en-US" b="1" dirty="0">
                <a:cs typeface="PMingLiU" panose="02020500000000000000" charset="-120"/>
              </a:rPr>
              <a:t> </a:t>
            </a:r>
            <a:r>
              <a:rPr lang="en-US" altLang="zh-TW" b="1" dirty="0">
                <a:cs typeface="PMingLiU" panose="02020500000000000000" charset="-120"/>
              </a:rPr>
              <a:t>– </a:t>
            </a:r>
            <a:r>
              <a:rPr lang="zh-CN" altLang="en-US" b="1" dirty="0">
                <a:cs typeface="宋体" panose="02010600030101010101" pitchFamily="2" charset="-122"/>
              </a:rPr>
              <a:t>不正确的</a:t>
            </a:r>
            <a:r>
              <a:rPr lang="zh-TW" altLang="en-US" b="1" dirty="0">
                <a:cs typeface="PMingLiU" panose="02020500000000000000" charset="-120"/>
              </a:rPr>
              <a:t> </a:t>
            </a:r>
            <a:r>
              <a:rPr lang="en-US" altLang="zh-TW" b="1" dirty="0">
                <a:cs typeface="PMingLiU" panose="02020500000000000000" charset="-120"/>
              </a:rPr>
              <a:t>SQL</a:t>
            </a:r>
            <a:endParaRPr lang="en-US" altLang="zh-TW" b="1" dirty="0">
              <a:cs typeface="PMingLiU" panose="02020500000000000000" charset="-120"/>
            </a:endParaRPr>
          </a:p>
        </p:txBody>
      </p:sp>
      <p:pic>
        <p:nvPicPr>
          <p:cNvPr id="27652" name="Picture 5"/>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610548" y="2708920"/>
            <a:ext cx="8064500" cy="3241675"/>
          </a:xfrm>
          <a:prstGeom prst="rect">
            <a:avLst/>
          </a:prstGeom>
          <a:noFill/>
          <a:ln w="28575">
            <a:solidFill>
              <a:srgbClr val="0000FF"/>
            </a:solidFill>
            <a:miter lim="800000"/>
            <a:headEnd/>
            <a:tailEnd/>
          </a:ln>
        </p:spPr>
      </p:pic>
      <p:sp>
        <p:nvSpPr>
          <p:cNvPr id="27653" name="Rectangle 6"/>
          <p:cNvSpPr>
            <a:spLocks noChangeArrowheads="1"/>
          </p:cNvSpPr>
          <p:nvPr/>
        </p:nvSpPr>
        <p:spPr bwMode="auto">
          <a:xfrm>
            <a:off x="4427478" y="2996952"/>
            <a:ext cx="2808288" cy="2087562"/>
          </a:xfrm>
          <a:prstGeom prst="rect">
            <a:avLst/>
          </a:prstGeom>
          <a:noFill/>
          <a:ln w="28575">
            <a:solidFill>
              <a:srgbClr val="CC0000"/>
            </a:solidFill>
            <a:miter lim="800000"/>
          </a:ln>
        </p:spPr>
        <p:txBody>
          <a:bodyPr wrap="none" anchor="ctr"/>
          <a:lstStyle/>
          <a:p>
            <a:pPr>
              <a:buClrTx/>
              <a:buFontTx/>
              <a:buNone/>
            </a:pPr>
            <a:endParaRPr lang="en-US" altLang="zh-CN" sz="2000">
              <a:latin typeface="Times New Roman" panose="02020603050405020304" charset="0"/>
              <a:ea typeface="宋体" panose="02010600030101010101" pitchFamily="2" charset="-122"/>
              <a:cs typeface="宋体" panose="02010600030101010101" pitchFamily="2" charset="-122"/>
            </a:endParaRPr>
          </a:p>
        </p:txBody>
      </p:sp>
      <p:sp>
        <p:nvSpPr>
          <p:cNvPr id="6" name="灯片编号占位符 9"/>
          <p:cNvSpPr>
            <a:spLocks noGrp="1"/>
          </p:cNvSpPr>
          <p:nvPr>
            <p:ph type="sldNum" sz="quarter" idx="4294967295"/>
          </p:nvPr>
        </p:nvSpPr>
        <p:spPr>
          <a:xfrm>
            <a:off x="0" y="6457950"/>
            <a:ext cx="9144000" cy="365125"/>
          </a:xfrm>
          <a:prstGeom prst="rect">
            <a:avLst/>
          </a:prstGeom>
        </p:spPr>
        <p:txBody>
          <a:bodyPr vert="horz" wrap="square" lIns="91440" tIns="45720" rIns="91440" bIns="45720" numCol="1" anchor="ctr" anchorCtr="0" compatLnSpc="1"/>
          <a:lstStyle>
            <a:lvl1pPr algn="r">
              <a:defRPr sz="1200" b="0">
                <a:solidFill>
                  <a:schemeClr val="bg1">
                    <a:lumMod val="50000"/>
                  </a:schemeClr>
                </a:solidFill>
                <a:latin typeface="+mn-lt"/>
                <a:ea typeface="宋体" panose="02010600030101010101" pitchFamily="2" charset="-122"/>
              </a:defRPr>
            </a:lvl1pPr>
          </a:lstStyle>
          <a:p>
            <a:fld id="{84CFB1C9-13D2-4FCA-8E43-5D048D3AC9EF}" type="slidenum">
              <a:rPr kumimoji="1" lang="zh-CN" altLang="en-US" smtClean="0"/>
            </a:fld>
            <a:endParaRPr kumimoji="1" lang="zh-CN" altLang="en-US" dirty="0"/>
          </a:p>
        </p:txBody>
      </p:sp>
      <p:sp>
        <p:nvSpPr>
          <p:cNvPr id="7" name="Rectangle 18"/>
          <p:cNvSpPr>
            <a:spLocks noChangeArrowheads="1"/>
          </p:cNvSpPr>
          <p:nvPr/>
        </p:nvSpPr>
        <p:spPr bwMode="blackWhite">
          <a:xfrm>
            <a:off x="467544" y="1123985"/>
            <a:ext cx="8229600" cy="1460500"/>
          </a:xfrm>
          <a:prstGeom prst="rect">
            <a:avLst/>
          </a:prstGeom>
          <a:noFill/>
          <a:ln>
            <a:noFill/>
          </a:ln>
        </p:spPr>
        <p:txBody>
          <a:bodyPr>
            <a:spAutoFit/>
          </a:bodyPr>
          <a:lstStyle/>
          <a:p>
            <a:pPr marL="342900" indent="-342900">
              <a:spcBef>
                <a:spcPct val="20000"/>
              </a:spcBef>
              <a:buClr>
                <a:srgbClr val="FF0000"/>
              </a:buClr>
              <a:buSzPct val="125000"/>
              <a:buFont typeface="Arial" panose="020B0604020202020204"/>
              <a:buChar char="•"/>
            </a:pPr>
            <a:r>
              <a:rPr lang="zh-CN" altLang="en-US" sz="2000" dirty="0">
                <a:latin typeface="微软雅黑" panose="020B0503020204020204" pitchFamily="34" charset="-122"/>
                <a:ea typeface="微软雅黑" panose="020B0503020204020204" pitchFamily="34" charset="-122"/>
                <a:cs typeface="宋体" panose="02010600030101010101" pitchFamily="2" charset="-122"/>
              </a:rPr>
              <a:t>从语句中找出</a:t>
            </a:r>
            <a:r>
              <a:rPr lang="en-US" altLang="zh-CN" sz="2000" dirty="0">
                <a:latin typeface="微软雅黑" panose="020B0503020204020204" pitchFamily="34" charset="-122"/>
                <a:ea typeface="微软雅黑" panose="020B0503020204020204" pitchFamily="34" charset="-122"/>
                <a:cs typeface="宋体" panose="02010600030101010101" pitchFamily="2" charset="-122"/>
              </a:rPr>
              <a:t> </a:t>
            </a:r>
            <a:r>
              <a:rPr lang="zh-CN" altLang="en-US" sz="2000" dirty="0">
                <a:latin typeface="微软雅黑" panose="020B0503020204020204" pitchFamily="34" charset="-122"/>
                <a:ea typeface="微软雅黑" panose="020B0503020204020204" pitchFamily="34" charset="-122"/>
                <a:cs typeface="宋体" panose="02010600030101010101" pitchFamily="2" charset="-122"/>
              </a:rPr>
              <a:t>不恰当的</a:t>
            </a:r>
            <a:r>
              <a:rPr lang="en-US" altLang="zh-CN" sz="2000" dirty="0">
                <a:latin typeface="微软雅黑" panose="020B0503020204020204" pitchFamily="34" charset="-122"/>
                <a:ea typeface="微软雅黑" panose="020B0503020204020204" pitchFamily="34" charset="-122"/>
                <a:cs typeface="宋体" panose="02010600030101010101" pitchFamily="2" charset="-122"/>
              </a:rPr>
              <a:t> SQL </a:t>
            </a:r>
            <a:r>
              <a:rPr lang="zh-CN" altLang="en-US" sz="2000" dirty="0">
                <a:latin typeface="微软雅黑" panose="020B0503020204020204" pitchFamily="34" charset="-122"/>
                <a:ea typeface="微软雅黑" panose="020B0503020204020204" pitchFamily="34" charset="-122"/>
                <a:cs typeface="宋体" panose="02010600030101010101" pitchFamily="2" charset="-122"/>
              </a:rPr>
              <a:t>语句</a:t>
            </a:r>
            <a:endParaRPr lang="en-US" altLang="zh-CN" sz="2000" dirty="0">
              <a:latin typeface="微软雅黑" panose="020B0503020204020204" pitchFamily="34" charset="-122"/>
              <a:ea typeface="微软雅黑" panose="020B0503020204020204" pitchFamily="34" charset="-122"/>
              <a:cs typeface="宋体" panose="02010600030101010101" pitchFamily="2" charset="-122"/>
            </a:endParaRPr>
          </a:p>
          <a:p>
            <a:pPr marL="342900" indent="-342900">
              <a:spcBef>
                <a:spcPct val="20000"/>
              </a:spcBef>
              <a:buClr>
                <a:srgbClr val="FF0000"/>
              </a:buClr>
              <a:buSzPct val="125000"/>
              <a:buFont typeface="Arial" panose="020B0604020202020204"/>
              <a:buChar char="•"/>
            </a:pPr>
            <a:r>
              <a:rPr lang="zh-CN" altLang="en-US" sz="2000" dirty="0">
                <a:latin typeface="微软雅黑" panose="020B0503020204020204" pitchFamily="34" charset="-122"/>
                <a:ea typeface="微软雅黑" panose="020B0503020204020204" pitchFamily="34" charset="-122"/>
                <a:cs typeface="宋体" panose="02010600030101010101" pitchFamily="2" charset="-122"/>
              </a:rPr>
              <a:t>范例</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endParaRPr>
          </a:p>
          <a:p>
            <a:pPr marL="800100" lvl="1" indent="-342900">
              <a:spcBef>
                <a:spcPct val="20000"/>
              </a:spcBef>
              <a:buClr>
                <a:srgbClr val="FF0000"/>
              </a:buClr>
              <a:buSzPct val="110000"/>
              <a:buFont typeface="Arial" panose="020B0604020202020204"/>
              <a:buChar char="•"/>
            </a:pPr>
            <a:r>
              <a:rPr lang="zh-CN" altLang="en-US" dirty="0">
                <a:latin typeface="微软雅黑" panose="020B0503020204020204" pitchFamily="34" charset="-122"/>
                <a:ea typeface="微软雅黑" panose="020B0503020204020204" pitchFamily="34" charset="-122"/>
                <a:cs typeface="宋体" panose="02010600030101010101" pitchFamily="2" charset="-122"/>
              </a:rPr>
              <a:t>许多</a:t>
            </a:r>
            <a:r>
              <a:rPr lang="en-US" altLang="zh-CN" dirty="0">
                <a:latin typeface="微软雅黑" panose="020B0503020204020204" pitchFamily="34" charset="-122"/>
                <a:ea typeface="微软雅黑" panose="020B0503020204020204" pitchFamily="34" charset="-122"/>
                <a:cs typeface="宋体" panose="02010600030101010101" pitchFamily="2" charset="-122"/>
              </a:rPr>
              <a:t>SQL</a:t>
            </a:r>
            <a:r>
              <a:rPr lang="zh-CN" altLang="en-US" dirty="0">
                <a:solidFill>
                  <a:srgbClr val="0000FF"/>
                </a:solidFill>
                <a:latin typeface="微软雅黑" panose="020B0503020204020204" pitchFamily="34" charset="-122"/>
                <a:ea typeface="微软雅黑" panose="020B0503020204020204" pitchFamily="34" charset="-122"/>
                <a:cs typeface="宋体" panose="02010600030101010101" pitchFamily="2" charset="-122"/>
              </a:rPr>
              <a:t>指令是动态生成的</a:t>
            </a:r>
            <a:endParaRPr lang="zh-CN" altLang="en-US" dirty="0">
              <a:solidFill>
                <a:srgbClr val="0000FF"/>
              </a:solidFill>
              <a:latin typeface="微软雅黑" panose="020B0503020204020204" pitchFamily="34" charset="-122"/>
              <a:ea typeface="微软雅黑" panose="020B0503020204020204" pitchFamily="34" charset="-122"/>
              <a:cs typeface="宋体" panose="02010600030101010101" pitchFamily="2" charset="-122"/>
            </a:endParaRPr>
          </a:p>
          <a:p>
            <a:pPr marL="800100" lvl="1" indent="-342900">
              <a:spcBef>
                <a:spcPct val="20000"/>
              </a:spcBef>
              <a:buClr>
                <a:srgbClr val="FF0000"/>
              </a:buClr>
              <a:buSzPct val="110000"/>
              <a:buFont typeface="Arial" panose="020B0604020202020204"/>
              <a:buChar char="•"/>
            </a:pPr>
            <a:r>
              <a:rPr lang="zh-CN" altLang="en-US" dirty="0">
                <a:latin typeface="微软雅黑" panose="020B0503020204020204" pitchFamily="34" charset="-122"/>
                <a:ea typeface="微软雅黑" panose="020B0503020204020204" pitchFamily="34" charset="-122"/>
                <a:cs typeface="宋体" panose="02010600030101010101" pitchFamily="2" charset="-122"/>
              </a:rPr>
              <a:t>找出</a:t>
            </a:r>
            <a:r>
              <a:rPr lang="zh-TW" altLang="en-US" dirty="0">
                <a:latin typeface="微软雅黑" panose="020B0503020204020204" pitchFamily="34" charset="-122"/>
                <a:ea typeface="微软雅黑" panose="020B0503020204020204" pitchFamily="34" charset="-122"/>
                <a:cs typeface="宋体" panose="02010600030101010101" pitchFamily="2" charset="-122"/>
              </a:rPr>
              <a:t>在</a:t>
            </a:r>
            <a:r>
              <a:rPr lang="en-US" altLang="zh-TW" dirty="0">
                <a:latin typeface="微软雅黑" panose="020B0503020204020204" pitchFamily="34" charset="-122"/>
                <a:ea typeface="微软雅黑" panose="020B0503020204020204" pitchFamily="34" charset="-122"/>
                <a:cs typeface="宋体" panose="02010600030101010101" pitchFamily="2" charset="-122"/>
              </a:rPr>
              <a:t>ESQLC </a:t>
            </a:r>
            <a:r>
              <a:rPr lang="zh-TW" altLang="en-US" dirty="0">
                <a:latin typeface="微软雅黑" panose="020B0503020204020204" pitchFamily="34" charset="-122"/>
                <a:ea typeface="微软雅黑" panose="020B0503020204020204" pitchFamily="34" charset="-122"/>
                <a:cs typeface="宋体" panose="02010600030101010101" pitchFamily="2" charset="-122"/>
              </a:rPr>
              <a:t>中生成</a:t>
            </a:r>
            <a:r>
              <a:rPr lang="en-US" altLang="zh-TW" dirty="0">
                <a:latin typeface="微软雅黑" panose="020B0503020204020204" pitchFamily="34" charset="-122"/>
                <a:ea typeface="微软雅黑" panose="020B0503020204020204" pitchFamily="34" charset="-122"/>
                <a:cs typeface="宋体" panose="02010600030101010101" pitchFamily="2" charset="-122"/>
              </a:rPr>
              <a:t>SQL</a:t>
            </a:r>
            <a:r>
              <a:rPr lang="zh-TW" altLang="en-US" dirty="0">
                <a:latin typeface="微软雅黑" panose="020B0503020204020204" pitchFamily="34" charset="-122"/>
                <a:ea typeface="微软雅黑" panose="020B0503020204020204" pitchFamily="34" charset="-122"/>
                <a:cs typeface="宋体" panose="02010600030101010101" pitchFamily="2" charset="-122"/>
              </a:rPr>
              <a:t>语句</a:t>
            </a:r>
            <a:r>
              <a:rPr lang="zh-CN" altLang="en-US" dirty="0">
                <a:latin typeface="微软雅黑" panose="020B0503020204020204" pitchFamily="34" charset="-122"/>
                <a:ea typeface="微软雅黑" panose="020B0503020204020204" pitchFamily="34" charset="-122"/>
                <a:cs typeface="宋体" panose="02010600030101010101" pitchFamily="2" charset="-122"/>
              </a:rPr>
              <a:t>是否有不当的重复</a:t>
            </a:r>
            <a:endParaRPr lang="zh-CN" altLang="en-US" dirty="0">
              <a:latin typeface="微软雅黑" panose="020B0503020204020204" pitchFamily="34" charset="-122"/>
              <a:ea typeface="微软雅黑" panose="020B0503020204020204" pitchFamily="34" charset="-122"/>
              <a:cs typeface="宋体" panose="02010600030101010101" pitchFamily="2" charset="-122"/>
            </a:endParaRP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algn="l"/>
            <a:r>
              <a:rPr lang="en-US" altLang="zh-TW" b="1" dirty="0">
                <a:cs typeface="PMingLiU" panose="02020500000000000000" charset="-120"/>
              </a:rPr>
              <a:t>SQL </a:t>
            </a:r>
            <a:r>
              <a:rPr lang="zh-CN" altLang="en-US" b="1" dirty="0">
                <a:cs typeface="宋体" panose="02010600030101010101" pitchFamily="2" charset="-122"/>
              </a:rPr>
              <a:t>优化</a:t>
            </a:r>
            <a:r>
              <a:rPr lang="zh-TW" altLang="en-US" b="1" dirty="0">
                <a:cs typeface="PMingLiU" panose="02020500000000000000" charset="-120"/>
              </a:rPr>
              <a:t> </a:t>
            </a:r>
            <a:r>
              <a:rPr lang="en-US" altLang="zh-TW" b="1" dirty="0">
                <a:cs typeface="PMingLiU" panose="02020500000000000000" charset="-120"/>
              </a:rPr>
              <a:t>– </a:t>
            </a:r>
            <a:r>
              <a:rPr lang="zh-CN" altLang="en-US" b="1" dirty="0">
                <a:cs typeface="宋体" panose="02010600030101010101" pitchFamily="2" charset="-122"/>
              </a:rPr>
              <a:t>不正确的编程</a:t>
            </a:r>
            <a:endParaRPr lang="zh-CN" altLang="en-US" b="1" dirty="0">
              <a:cs typeface="宋体" panose="02010600030101010101" pitchFamily="2" charset="-122"/>
            </a:endParaRPr>
          </a:p>
        </p:txBody>
      </p:sp>
      <p:sp>
        <p:nvSpPr>
          <p:cNvPr id="28675" name="Rectangle 5"/>
          <p:cNvSpPr>
            <a:spLocks noGrp="1" noChangeArrowheads="1"/>
          </p:cNvSpPr>
          <p:nvPr>
            <p:ph idx="1"/>
          </p:nvPr>
        </p:nvSpPr>
        <p:spPr>
          <a:xfrm>
            <a:off x="683568" y="1989093"/>
            <a:ext cx="7537450" cy="4032448"/>
          </a:xfrm>
          <a:solidFill>
            <a:srgbClr val="D9D9D9"/>
          </a:solidFill>
          <a:ln>
            <a:solidFill>
              <a:srgbClr val="0000FF"/>
            </a:solidFill>
          </a:ln>
        </p:spPr>
        <p:txBody>
          <a:bodyPr/>
          <a:lstStyle/>
          <a:p>
            <a:pPr>
              <a:buFont typeface="Wingdings" panose="05000000000000000000" charset="0"/>
              <a:buNone/>
            </a:pPr>
            <a:r>
              <a:rPr lang="en-US" altLang="zh-TW" sz="1800" dirty="0">
                <a:cs typeface="PMingLiU" panose="02020500000000000000" charset="-120"/>
              </a:rPr>
              <a:t>main()</a:t>
            </a:r>
            <a:endParaRPr lang="en-US" altLang="zh-TW" sz="1800" dirty="0">
              <a:cs typeface="PMingLiU" panose="02020500000000000000" charset="-120"/>
            </a:endParaRPr>
          </a:p>
          <a:p>
            <a:pPr>
              <a:buFont typeface="Wingdings" panose="05000000000000000000" charset="0"/>
              <a:buNone/>
            </a:pPr>
            <a:r>
              <a:rPr lang="en-US" altLang="zh-TW" sz="1800" dirty="0">
                <a:cs typeface="PMingLiU" panose="02020500000000000000" charset="-120"/>
              </a:rPr>
              <a:t>{</a:t>
            </a:r>
            <a:endParaRPr lang="en-US" altLang="zh-TW" sz="1800" dirty="0">
              <a:cs typeface="PMingLiU" panose="02020500000000000000" charset="-120"/>
            </a:endParaRPr>
          </a:p>
          <a:p>
            <a:pPr>
              <a:buFont typeface="Wingdings" panose="05000000000000000000" charset="0"/>
              <a:buNone/>
            </a:pPr>
            <a:r>
              <a:rPr lang="en-US" altLang="zh-TW" sz="1800" dirty="0">
                <a:cs typeface="PMingLiU" panose="02020500000000000000" charset="-120"/>
              </a:rPr>
              <a:t>   </a:t>
            </a:r>
            <a:r>
              <a:rPr lang="en-US" altLang="zh-TW" sz="1800" dirty="0" err="1">
                <a:cs typeface="PMingLiU" panose="02020500000000000000" charset="-120"/>
              </a:rPr>
              <a:t>int</a:t>
            </a:r>
            <a:r>
              <a:rPr lang="en-US" altLang="zh-TW" sz="1800" dirty="0">
                <a:cs typeface="PMingLiU" panose="02020500000000000000" charset="-120"/>
              </a:rPr>
              <a:t> </a:t>
            </a:r>
            <a:r>
              <a:rPr lang="en-US" altLang="zh-TW" sz="1800" dirty="0" err="1">
                <a:cs typeface="PMingLiU" panose="02020500000000000000" charset="-120"/>
              </a:rPr>
              <a:t>i</a:t>
            </a:r>
            <a:r>
              <a:rPr lang="en-US" altLang="zh-TW" sz="1800" dirty="0">
                <a:cs typeface="PMingLiU" panose="02020500000000000000" charset="-120"/>
              </a:rPr>
              <a:t>;</a:t>
            </a:r>
            <a:endParaRPr lang="en-US" altLang="zh-TW" sz="1800" dirty="0">
              <a:cs typeface="PMingLiU" panose="02020500000000000000" charset="-120"/>
            </a:endParaRPr>
          </a:p>
          <a:p>
            <a:pPr>
              <a:buFont typeface="Wingdings" panose="05000000000000000000" charset="0"/>
              <a:buNone/>
            </a:pPr>
            <a:r>
              <a:rPr lang="en-US" altLang="zh-TW" sz="1800" dirty="0">
                <a:cs typeface="PMingLiU" panose="02020500000000000000" charset="-120"/>
              </a:rPr>
              <a:t>   EXEC SQL </a:t>
            </a:r>
            <a:r>
              <a:rPr lang="en-US" altLang="zh-TW" sz="1800" dirty="0" err="1">
                <a:cs typeface="PMingLiU" panose="02020500000000000000" charset="-120"/>
              </a:rPr>
              <a:t>int</a:t>
            </a:r>
            <a:r>
              <a:rPr lang="en-US" altLang="zh-TW" sz="1800" dirty="0">
                <a:cs typeface="PMingLiU" panose="02020500000000000000" charset="-120"/>
              </a:rPr>
              <a:t> </a:t>
            </a:r>
            <a:r>
              <a:rPr lang="en-US" altLang="zh-TW" sz="1800" dirty="0" err="1">
                <a:cs typeface="PMingLiU" panose="02020500000000000000" charset="-120"/>
              </a:rPr>
              <a:t>cnt</a:t>
            </a:r>
            <a:r>
              <a:rPr lang="en-US" altLang="zh-TW" sz="1800" dirty="0">
                <a:cs typeface="PMingLiU" panose="02020500000000000000" charset="-120"/>
              </a:rPr>
              <a:t>;</a:t>
            </a:r>
            <a:endParaRPr lang="en-US" altLang="zh-TW" sz="1800" dirty="0">
              <a:cs typeface="PMingLiU" panose="02020500000000000000" charset="-120"/>
            </a:endParaRPr>
          </a:p>
          <a:p>
            <a:pPr>
              <a:buFont typeface="Wingdings" panose="05000000000000000000" charset="0"/>
              <a:buNone/>
            </a:pPr>
            <a:r>
              <a:rPr lang="en-US" altLang="zh-TW" sz="1800" dirty="0">
                <a:cs typeface="PMingLiU" panose="02020500000000000000" charset="-120"/>
              </a:rPr>
              <a:t>   EXEC SQL DATABASE </a:t>
            </a:r>
            <a:r>
              <a:rPr lang="en-US" altLang="zh-TW" sz="1800" dirty="0" err="1">
                <a:cs typeface="PMingLiU" panose="02020500000000000000" charset="-120"/>
              </a:rPr>
              <a:t>stores_demo</a:t>
            </a:r>
            <a:r>
              <a:rPr lang="en-US" altLang="zh-TW" sz="1800" dirty="0">
                <a:cs typeface="PMingLiU" panose="02020500000000000000" charset="-120"/>
              </a:rPr>
              <a:t>;</a:t>
            </a:r>
            <a:endParaRPr lang="en-US" altLang="zh-TW" sz="1800" dirty="0">
              <a:cs typeface="PMingLiU" panose="02020500000000000000" charset="-120"/>
            </a:endParaRPr>
          </a:p>
          <a:p>
            <a:pPr>
              <a:buFont typeface="Wingdings" panose="05000000000000000000" charset="0"/>
              <a:buNone/>
            </a:pPr>
            <a:r>
              <a:rPr lang="en-US" altLang="zh-TW" sz="1800" dirty="0">
                <a:cs typeface="PMingLiU" panose="02020500000000000000" charset="-120"/>
              </a:rPr>
              <a:t>   /** The SELECT statement is prepared and executed.**/</a:t>
            </a:r>
            <a:endParaRPr lang="en-US" altLang="zh-TW" sz="1800" dirty="0">
              <a:cs typeface="PMingLiU" panose="02020500000000000000" charset="-120"/>
            </a:endParaRPr>
          </a:p>
          <a:p>
            <a:pPr>
              <a:buFont typeface="Wingdings" panose="05000000000000000000" charset="0"/>
              <a:buNone/>
            </a:pPr>
            <a:r>
              <a:rPr lang="en-US" altLang="zh-TW" sz="1800" dirty="0">
                <a:cs typeface="PMingLiU" panose="02020500000000000000" charset="-120"/>
              </a:rPr>
              <a:t>   for(</a:t>
            </a:r>
            <a:r>
              <a:rPr lang="en-US" altLang="zh-TW" sz="1800" dirty="0" err="1">
                <a:cs typeface="PMingLiU" panose="02020500000000000000" charset="-120"/>
              </a:rPr>
              <a:t>i</a:t>
            </a:r>
            <a:r>
              <a:rPr lang="en-US" altLang="zh-TW" sz="1800" dirty="0">
                <a:cs typeface="PMingLiU" panose="02020500000000000000" charset="-120"/>
              </a:rPr>
              <a:t>=0;i&lt;1000;i++) {</a:t>
            </a:r>
            <a:endParaRPr lang="en-US" altLang="zh-TW" sz="1800" dirty="0">
              <a:cs typeface="PMingLiU" panose="02020500000000000000" charset="-120"/>
            </a:endParaRPr>
          </a:p>
          <a:p>
            <a:pPr>
              <a:buFont typeface="Wingdings" panose="05000000000000000000" charset="0"/>
              <a:buNone/>
            </a:pPr>
            <a:r>
              <a:rPr lang="en-US" altLang="zh-TW" sz="1800" dirty="0">
                <a:cs typeface="PMingLiU" panose="02020500000000000000" charset="-120"/>
              </a:rPr>
              <a:t>      EXEC SQL PREPARE </a:t>
            </a:r>
            <a:r>
              <a:rPr lang="en-US" altLang="zh-TW" sz="1800" dirty="0" err="1">
                <a:cs typeface="PMingLiU" panose="02020500000000000000" charset="-120"/>
              </a:rPr>
              <a:t>p_id</a:t>
            </a:r>
            <a:r>
              <a:rPr lang="en-US" altLang="zh-TW" sz="1800" dirty="0">
                <a:cs typeface="PMingLiU" panose="02020500000000000000" charset="-120"/>
              </a:rPr>
              <a:t> FROM</a:t>
            </a:r>
            <a:endParaRPr lang="en-US" altLang="zh-TW" sz="1800" dirty="0">
              <a:cs typeface="PMingLiU" panose="02020500000000000000" charset="-120"/>
            </a:endParaRPr>
          </a:p>
          <a:p>
            <a:pPr>
              <a:buFont typeface="Wingdings" panose="05000000000000000000" charset="0"/>
              <a:buNone/>
            </a:pPr>
            <a:r>
              <a:rPr lang="en-US" altLang="zh-TW" sz="1800" dirty="0">
                <a:cs typeface="PMingLiU" panose="02020500000000000000" charset="-120"/>
              </a:rPr>
              <a:t>      "SELECT COUNT(*) INTO :</a:t>
            </a:r>
            <a:r>
              <a:rPr lang="en-US" altLang="zh-TW" sz="1800" dirty="0" err="1">
                <a:cs typeface="PMingLiU" panose="02020500000000000000" charset="-120"/>
              </a:rPr>
              <a:t>cnt</a:t>
            </a:r>
            <a:r>
              <a:rPr lang="en-US" altLang="zh-TW" sz="1800" dirty="0">
                <a:cs typeface="PMingLiU" panose="02020500000000000000" charset="-120"/>
              </a:rPr>
              <a:t> FROM items";</a:t>
            </a:r>
            <a:endParaRPr lang="en-US" altLang="zh-TW" sz="1800" dirty="0">
              <a:cs typeface="PMingLiU" panose="02020500000000000000" charset="-120"/>
            </a:endParaRPr>
          </a:p>
          <a:p>
            <a:pPr>
              <a:buFont typeface="Wingdings" panose="05000000000000000000" charset="0"/>
              <a:buNone/>
            </a:pPr>
            <a:r>
              <a:rPr lang="en-US" altLang="zh-TW" sz="1800" dirty="0">
                <a:cs typeface="PMingLiU" panose="02020500000000000000" charset="-120"/>
              </a:rPr>
              <a:t>      EXEC SQL EXECUTE </a:t>
            </a:r>
            <a:r>
              <a:rPr lang="en-US" altLang="zh-TW" sz="1800" dirty="0" err="1">
                <a:cs typeface="PMingLiU" panose="02020500000000000000" charset="-120"/>
              </a:rPr>
              <a:t>p_id</a:t>
            </a:r>
            <a:r>
              <a:rPr lang="en-US" altLang="zh-TW" sz="1800" dirty="0">
                <a:cs typeface="PMingLiU" panose="02020500000000000000" charset="-120"/>
              </a:rPr>
              <a:t>;</a:t>
            </a:r>
            <a:endParaRPr lang="en-US" altLang="zh-TW" sz="1800" dirty="0">
              <a:cs typeface="PMingLiU" panose="02020500000000000000" charset="-120"/>
            </a:endParaRPr>
          </a:p>
          <a:p>
            <a:pPr>
              <a:buFont typeface="Wingdings" panose="05000000000000000000" charset="0"/>
              <a:buNone/>
            </a:pPr>
            <a:r>
              <a:rPr lang="en-US" altLang="zh-TW" sz="1800" dirty="0">
                <a:cs typeface="PMingLiU" panose="02020500000000000000" charset="-120"/>
              </a:rPr>
              <a:t>   }</a:t>
            </a:r>
            <a:endParaRPr lang="en-US" altLang="zh-TW" sz="1800" dirty="0">
              <a:cs typeface="PMingLiU" panose="02020500000000000000" charset="-120"/>
            </a:endParaRPr>
          </a:p>
          <a:p>
            <a:pPr>
              <a:buFont typeface="Wingdings" panose="05000000000000000000" charset="0"/>
              <a:buNone/>
            </a:pPr>
            <a:r>
              <a:rPr lang="en-US" altLang="zh-TW" sz="1800" dirty="0">
                <a:cs typeface="PMingLiU" panose="02020500000000000000" charset="-120"/>
              </a:rPr>
              <a:t>}</a:t>
            </a:r>
            <a:endParaRPr lang="en-US" altLang="zh-TW" sz="1800" dirty="0">
              <a:cs typeface="PMingLiU" panose="02020500000000000000" charset="-120"/>
            </a:endParaRPr>
          </a:p>
        </p:txBody>
      </p:sp>
      <p:sp>
        <p:nvSpPr>
          <p:cNvPr id="28676" name="Text Box 4"/>
          <p:cNvSpPr txBox="1">
            <a:spLocks noChangeArrowheads="1"/>
          </p:cNvSpPr>
          <p:nvPr/>
        </p:nvSpPr>
        <p:spPr bwMode="auto">
          <a:xfrm>
            <a:off x="539750" y="2276475"/>
            <a:ext cx="7561263" cy="396875"/>
          </a:xfrm>
          <a:prstGeom prst="rect">
            <a:avLst/>
          </a:prstGeom>
          <a:noFill/>
          <a:ln>
            <a:noFill/>
          </a:ln>
        </p:spPr>
        <p:txBody>
          <a:bodyPr>
            <a:spAutoFit/>
          </a:bodyPr>
          <a:lstStyle>
            <a:lvl1pPr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1pPr>
            <a:lvl2pPr marL="742950" indent="-28575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2pPr>
            <a:lvl3pPr marL="1143000" indent="-2286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3pPr>
            <a:lvl4pPr marL="1600200" indent="-2286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4pPr>
            <a:lvl5pPr marL="2057400" indent="-2286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5pPr>
            <a:lvl6pPr marL="2514600" indent="-2286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6pPr>
            <a:lvl7pPr marL="2971800" indent="-2286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7pPr>
            <a:lvl8pPr marL="3429000" indent="-2286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8pPr>
            <a:lvl9pPr marL="3886200" indent="-2286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9pPr>
          </a:lstStyle>
          <a:p>
            <a:pPr eaLnBrk="1" hangingPunct="1">
              <a:spcBef>
                <a:spcPct val="50000"/>
              </a:spcBef>
              <a:buClrTx/>
              <a:buFontTx/>
              <a:buNone/>
            </a:pPr>
            <a:endParaRPr lang="en-US" altLang="zh-CN" sz="2000">
              <a:ea typeface="宋体" panose="02010600030101010101" pitchFamily="2" charset="-122"/>
              <a:cs typeface="宋体" panose="02010600030101010101" pitchFamily="2" charset="-122"/>
            </a:endParaRPr>
          </a:p>
        </p:txBody>
      </p:sp>
      <p:sp>
        <p:nvSpPr>
          <p:cNvPr id="28677" name="Rectangle 6"/>
          <p:cNvSpPr>
            <a:spLocks noChangeArrowheads="1"/>
          </p:cNvSpPr>
          <p:nvPr/>
        </p:nvSpPr>
        <p:spPr bwMode="auto">
          <a:xfrm>
            <a:off x="971600" y="4221341"/>
            <a:ext cx="6477000" cy="360040"/>
          </a:xfrm>
          <a:prstGeom prst="rect">
            <a:avLst/>
          </a:prstGeom>
          <a:noFill/>
          <a:ln w="28575">
            <a:solidFill>
              <a:srgbClr val="CC0000"/>
            </a:solidFill>
            <a:miter lim="800000"/>
          </a:ln>
        </p:spPr>
        <p:txBody>
          <a:bodyPr wrap="none" anchor="ctr"/>
          <a:lstStyle/>
          <a:p>
            <a:pPr>
              <a:buClrTx/>
              <a:buFontTx/>
              <a:buNone/>
            </a:pPr>
            <a:endParaRPr lang="en-US" altLang="zh-CN" sz="2000">
              <a:latin typeface="Times New Roman" panose="02020603050405020304" charset="0"/>
              <a:ea typeface="宋体" panose="02010600030101010101" pitchFamily="2" charset="-122"/>
              <a:cs typeface="宋体" panose="02010600030101010101" pitchFamily="2" charset="-122"/>
            </a:endParaRPr>
          </a:p>
        </p:txBody>
      </p:sp>
      <p:sp>
        <p:nvSpPr>
          <p:cNvPr id="6" name="灯片编号占位符 9"/>
          <p:cNvSpPr>
            <a:spLocks noGrp="1"/>
          </p:cNvSpPr>
          <p:nvPr>
            <p:ph type="sldNum" sz="quarter" idx="4294967295"/>
          </p:nvPr>
        </p:nvSpPr>
        <p:spPr>
          <a:xfrm>
            <a:off x="0" y="6457950"/>
            <a:ext cx="9144000" cy="365125"/>
          </a:xfrm>
          <a:prstGeom prst="rect">
            <a:avLst/>
          </a:prstGeom>
        </p:spPr>
        <p:txBody>
          <a:bodyPr vert="horz" wrap="square" lIns="91440" tIns="45720" rIns="91440" bIns="45720" numCol="1" anchor="ctr" anchorCtr="0" compatLnSpc="1"/>
          <a:lstStyle>
            <a:lvl1pPr algn="r">
              <a:defRPr sz="1200" b="0">
                <a:solidFill>
                  <a:schemeClr val="bg1">
                    <a:lumMod val="50000"/>
                  </a:schemeClr>
                </a:solidFill>
                <a:latin typeface="+mn-lt"/>
                <a:ea typeface="宋体" panose="02010600030101010101" pitchFamily="2" charset="-122"/>
              </a:defRPr>
            </a:lvl1pPr>
          </a:lstStyle>
          <a:p>
            <a:fld id="{84CFB1C9-13D2-4FCA-8E43-5D048D3AC9EF}" type="slidenum">
              <a:rPr kumimoji="1" lang="zh-CN" altLang="en-US" smtClean="0"/>
            </a:fld>
            <a:endParaRPr kumimoji="1" lang="zh-CN" altLang="en-US" dirty="0"/>
          </a:p>
        </p:txBody>
      </p:sp>
      <p:sp>
        <p:nvSpPr>
          <p:cNvPr id="7" name="Rectangle 18"/>
          <p:cNvSpPr>
            <a:spLocks noChangeArrowheads="1"/>
          </p:cNvSpPr>
          <p:nvPr/>
        </p:nvSpPr>
        <p:spPr bwMode="blackWhite">
          <a:xfrm>
            <a:off x="467544" y="1052230"/>
            <a:ext cx="8229600" cy="769441"/>
          </a:xfrm>
          <a:prstGeom prst="rect">
            <a:avLst/>
          </a:prstGeom>
          <a:noFill/>
          <a:ln>
            <a:noFill/>
          </a:ln>
        </p:spPr>
        <p:txBody>
          <a:bodyPr>
            <a:spAutoFit/>
          </a:bodyPr>
          <a:lstStyle/>
          <a:p>
            <a:pPr marL="342900" indent="-342900">
              <a:spcBef>
                <a:spcPct val="20000"/>
              </a:spcBef>
              <a:buClr>
                <a:srgbClr val="FF0000"/>
              </a:buClr>
              <a:buSzPct val="125000"/>
              <a:buFont typeface="Arial" panose="020B0604020202020204"/>
              <a:buChar char="•"/>
            </a:pPr>
            <a:r>
              <a:rPr lang="zh-CN" altLang="en-US" sz="2000" dirty="0">
                <a:latin typeface="微软雅黑" panose="020B0503020204020204" pitchFamily="34" charset="-122"/>
                <a:ea typeface="微软雅黑" panose="020B0503020204020204" pitchFamily="34" charset="-122"/>
                <a:cs typeface="宋体" panose="02010600030101010101" pitchFamily="2" charset="-122"/>
              </a:rPr>
              <a:t>从语句中找出</a:t>
            </a:r>
            <a:r>
              <a:rPr lang="en-US" altLang="zh-CN" sz="2000" dirty="0">
                <a:latin typeface="微软雅黑" panose="020B0503020204020204" pitchFamily="34" charset="-122"/>
                <a:ea typeface="微软雅黑" panose="020B0503020204020204" pitchFamily="34" charset="-122"/>
                <a:cs typeface="宋体" panose="02010600030101010101" pitchFamily="2" charset="-122"/>
              </a:rPr>
              <a:t> </a:t>
            </a:r>
            <a:r>
              <a:rPr lang="zh-CN" altLang="en-US" sz="2000" dirty="0">
                <a:latin typeface="微软雅黑" panose="020B0503020204020204" pitchFamily="34" charset="-122"/>
                <a:ea typeface="微软雅黑" panose="020B0503020204020204" pitchFamily="34" charset="-122"/>
                <a:cs typeface="宋体" panose="02010600030101010101" pitchFamily="2" charset="-122"/>
              </a:rPr>
              <a:t>不恰当的</a:t>
            </a:r>
            <a:r>
              <a:rPr lang="en-US" altLang="zh-CN" sz="2000" dirty="0">
                <a:latin typeface="微软雅黑" panose="020B0503020204020204" pitchFamily="34" charset="-122"/>
                <a:ea typeface="微软雅黑" panose="020B0503020204020204" pitchFamily="34" charset="-122"/>
                <a:cs typeface="宋体" panose="02010600030101010101" pitchFamily="2" charset="-122"/>
              </a:rPr>
              <a:t> SQL </a:t>
            </a:r>
            <a:r>
              <a:rPr lang="zh-CN" altLang="en-US" sz="2000" dirty="0">
                <a:latin typeface="微软雅黑" panose="020B0503020204020204" pitchFamily="34" charset="-122"/>
                <a:ea typeface="微软雅黑" panose="020B0503020204020204" pitchFamily="34" charset="-122"/>
                <a:cs typeface="宋体" panose="02010600030101010101" pitchFamily="2" charset="-122"/>
              </a:rPr>
              <a:t>语句</a:t>
            </a:r>
            <a:endParaRPr lang="en-US" altLang="zh-CN" sz="2000" dirty="0">
              <a:latin typeface="微软雅黑" panose="020B0503020204020204" pitchFamily="34" charset="-122"/>
              <a:ea typeface="微软雅黑" panose="020B0503020204020204" pitchFamily="34" charset="-122"/>
              <a:cs typeface="宋体" panose="02010600030101010101" pitchFamily="2" charset="-122"/>
            </a:endParaRPr>
          </a:p>
          <a:p>
            <a:pPr marL="342900" indent="-342900">
              <a:spcBef>
                <a:spcPct val="20000"/>
              </a:spcBef>
              <a:buClr>
                <a:srgbClr val="FF0000"/>
              </a:buClr>
              <a:buSzPct val="125000"/>
              <a:buFont typeface="Arial" panose="020B0604020202020204"/>
              <a:buChar char="•"/>
            </a:pPr>
            <a:r>
              <a:rPr lang="zh-CN" altLang="en-US" sz="2000" dirty="0">
                <a:latin typeface="微软雅黑" panose="020B0503020204020204" pitchFamily="34" charset="-122"/>
                <a:ea typeface="微软雅黑" panose="020B0503020204020204" pitchFamily="34" charset="-122"/>
                <a:cs typeface="宋体" panose="02010600030101010101" pitchFamily="2" charset="-122"/>
              </a:rPr>
              <a:t>范例</a:t>
            </a:r>
            <a:r>
              <a:rPr lang="en-US" altLang="zh-CN" sz="2000" dirty="0">
                <a:latin typeface="微软雅黑" panose="020B0503020204020204" pitchFamily="34" charset="-122"/>
                <a:ea typeface="微软雅黑" panose="020B0503020204020204" pitchFamily="34" charset="-122"/>
                <a:cs typeface="宋体" panose="02010600030101010101" pitchFamily="2" charset="-122"/>
              </a:rPr>
              <a:t> </a:t>
            </a:r>
            <a:r>
              <a:rPr lang="zh-CN" altLang="en-US" sz="2000" dirty="0">
                <a:latin typeface="微软雅黑" panose="020B0503020204020204" pitchFamily="34" charset="-122"/>
                <a:ea typeface="微软雅黑" panose="020B0503020204020204" pitchFamily="34" charset="-122"/>
                <a:cs typeface="宋体" panose="02010600030101010101" pitchFamily="2" charset="-122"/>
              </a:rPr>
              <a:t>：</a:t>
            </a:r>
            <a:r>
              <a:rPr lang="zh-CN" altLang="en-US" sz="2000" dirty="0">
                <a:solidFill>
                  <a:srgbClr val="0000FF"/>
                </a:solidFill>
                <a:latin typeface="微软雅黑" panose="020B0503020204020204" pitchFamily="34" charset="-122"/>
                <a:ea typeface="微软雅黑" panose="020B0503020204020204" pitchFamily="34" charset="-122"/>
                <a:cs typeface="宋体" panose="02010600030101010101" pitchFamily="2" charset="-122"/>
              </a:rPr>
              <a:t>避免重复的</a:t>
            </a:r>
            <a:r>
              <a:rPr lang="en-US" altLang="zh-CN" sz="2000" dirty="0">
                <a:solidFill>
                  <a:srgbClr val="0000FF"/>
                </a:solidFill>
                <a:latin typeface="微软雅黑" panose="020B0503020204020204" pitchFamily="34" charset="-122"/>
                <a:ea typeface="微软雅黑" panose="020B0503020204020204" pitchFamily="34" charset="-122"/>
                <a:cs typeface="宋体" panose="02010600030101010101" pitchFamily="2" charset="-122"/>
              </a:rPr>
              <a:t> PREPARE </a:t>
            </a:r>
            <a:r>
              <a:rPr lang="zh-CN" altLang="en-US" sz="2000" dirty="0">
                <a:latin typeface="微软雅黑" panose="020B0503020204020204" pitchFamily="34" charset="-122"/>
                <a:ea typeface="微软雅黑" panose="020B0503020204020204" pitchFamily="34" charset="-122"/>
                <a:cs typeface="宋体" panose="02010600030101010101" pitchFamily="2" charset="-122"/>
              </a:rPr>
              <a:t>语句</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endParaRP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756285" y="2349500"/>
            <a:ext cx="7056120" cy="2834640"/>
          </a:xfrm>
          <a:prstGeom prst="rect">
            <a:avLst/>
          </a:prstGeom>
          <a:solidFill>
            <a:srgbClr val="D9D9D9"/>
          </a:solidFill>
          <a:ln>
            <a:solidFill>
              <a:srgbClr val="0000FF"/>
            </a:solidFill>
          </a:ln>
        </p:spPr>
        <p:txBody>
          <a:bodyPr wrap="square" rtlCol="0">
            <a:spAutoFit/>
          </a:bodyPr>
          <a:lstStyle/>
          <a:p>
            <a:pPr lvl="0"/>
            <a:r>
              <a:rPr kumimoji="1" lang="en-US" altLang="zh-TW" dirty="0">
                <a:latin typeface="Arial" panose="020B0604020202020204" pitchFamily="34" charset="0"/>
                <a:ea typeface="DFKai-SB" panose="03000509000000000000" charset="-120"/>
                <a:cs typeface="DFKai-SB" panose="03000509000000000000" charset="-120"/>
              </a:rPr>
              <a:t>select distinct </a:t>
            </a:r>
            <a:r>
              <a:rPr kumimoji="1" lang="en-US" altLang="zh-TW" dirty="0" err="1">
                <a:latin typeface="Arial" panose="020B0604020202020204" pitchFamily="34" charset="0"/>
                <a:ea typeface="DFKai-SB" panose="03000509000000000000" charset="-120"/>
                <a:cs typeface="DFKai-SB" panose="03000509000000000000" charset="-120"/>
              </a:rPr>
              <a:t>line_number</a:t>
            </a:r>
            <a:br>
              <a:rPr kumimoji="1" lang="en-US" altLang="zh-TW" dirty="0">
                <a:latin typeface="Arial" panose="020B0604020202020204" pitchFamily="34" charset="0"/>
                <a:ea typeface="DFKai-SB" panose="03000509000000000000" charset="-120"/>
                <a:cs typeface="DFKai-SB" panose="03000509000000000000" charset="-120"/>
              </a:rPr>
            </a:br>
            <a:r>
              <a:rPr kumimoji="1" lang="en-US" altLang="zh-TW" dirty="0">
                <a:latin typeface="Arial" panose="020B0604020202020204" pitchFamily="34" charset="0"/>
                <a:ea typeface="DFKai-SB" panose="03000509000000000000" charset="-120"/>
                <a:cs typeface="DFKai-SB" panose="03000509000000000000" charset="-120"/>
              </a:rPr>
              <a:t>from </a:t>
            </a:r>
            <a:r>
              <a:rPr kumimoji="1" lang="en-US" altLang="zh-TW" dirty="0" err="1">
                <a:latin typeface="Arial" panose="020B0604020202020204" pitchFamily="34" charset="0"/>
                <a:ea typeface="DFKai-SB" panose="03000509000000000000" charset="-120"/>
                <a:cs typeface="DFKai-SB" panose="03000509000000000000" charset="-120"/>
              </a:rPr>
              <a:t>line_log</a:t>
            </a:r>
            <a:br>
              <a:rPr kumimoji="1" lang="en-US" altLang="zh-TW" dirty="0">
                <a:latin typeface="Arial" panose="020B0604020202020204" pitchFamily="34" charset="0"/>
                <a:ea typeface="DFKai-SB" panose="03000509000000000000" charset="-120"/>
                <a:cs typeface="DFKai-SB" panose="03000509000000000000" charset="-120"/>
              </a:rPr>
            </a:br>
            <a:r>
              <a:rPr kumimoji="1" lang="en-US" altLang="zh-TW" dirty="0">
                <a:latin typeface="Arial" panose="020B0604020202020204" pitchFamily="34" charset="0"/>
                <a:ea typeface="DFKai-SB" panose="03000509000000000000" charset="-120"/>
                <a:cs typeface="DFKai-SB" panose="03000509000000000000" charset="-120"/>
              </a:rPr>
              <a:t>where (</a:t>
            </a:r>
            <a:r>
              <a:rPr kumimoji="1" lang="en-US" altLang="zh-TW" dirty="0" err="1">
                <a:latin typeface="Arial" panose="020B0604020202020204" pitchFamily="34" charset="0"/>
                <a:ea typeface="DFKai-SB" panose="03000509000000000000" charset="-120"/>
                <a:cs typeface="DFKai-SB" panose="03000509000000000000" charset="-120"/>
              </a:rPr>
              <a:t>send_time</a:t>
            </a:r>
            <a:r>
              <a:rPr kumimoji="1" lang="en-US" altLang="zh-TW" dirty="0">
                <a:latin typeface="Arial" panose="020B0604020202020204" pitchFamily="34" charset="0"/>
                <a:ea typeface="DFKai-SB" panose="03000509000000000000" charset="-120"/>
                <a:cs typeface="DFKai-SB" panose="03000509000000000000" charset="-120"/>
              </a:rPr>
              <a:t> &gt; "20070516000000")</a:t>
            </a:r>
            <a:br>
              <a:rPr kumimoji="1" lang="en-US" altLang="zh-TW" dirty="0">
                <a:latin typeface="Arial" panose="020B0604020202020204" pitchFamily="34" charset="0"/>
                <a:ea typeface="DFKai-SB" panose="03000509000000000000" charset="-120"/>
                <a:cs typeface="DFKai-SB" panose="03000509000000000000" charset="-120"/>
              </a:rPr>
            </a:br>
            <a:r>
              <a:rPr kumimoji="1" lang="en-US" altLang="zh-TW" dirty="0">
                <a:latin typeface="Arial" panose="020B0604020202020204" pitchFamily="34" charset="0"/>
                <a:ea typeface="DFKai-SB" panose="03000509000000000000" charset="-120"/>
                <a:cs typeface="DFKai-SB" panose="03000509000000000000" charset="-120"/>
              </a:rPr>
              <a:t>and (</a:t>
            </a:r>
            <a:r>
              <a:rPr kumimoji="1" lang="en-US" altLang="zh-TW" dirty="0" err="1">
                <a:latin typeface="Arial" panose="020B0604020202020204" pitchFamily="34" charset="0"/>
                <a:ea typeface="DFKai-SB" panose="03000509000000000000" charset="-120"/>
                <a:cs typeface="DFKai-SB" panose="03000509000000000000" charset="-120"/>
              </a:rPr>
              <a:t>customer_type</a:t>
            </a:r>
            <a:r>
              <a:rPr kumimoji="1" lang="en-US" altLang="zh-TW" dirty="0">
                <a:latin typeface="Arial" panose="020B0604020202020204" pitchFamily="34" charset="0"/>
                <a:ea typeface="DFKai-SB" panose="03000509000000000000" charset="-120"/>
                <a:cs typeface="DFKai-SB" panose="03000509000000000000" charset="-120"/>
              </a:rPr>
              <a:t> &lt;&gt; "u")</a:t>
            </a:r>
            <a:br>
              <a:rPr kumimoji="1" lang="en-US" altLang="zh-TW" dirty="0">
                <a:latin typeface="Arial" panose="020B0604020202020204" pitchFamily="34" charset="0"/>
                <a:ea typeface="DFKai-SB" panose="03000509000000000000" charset="-120"/>
                <a:cs typeface="DFKai-SB" panose="03000509000000000000" charset="-120"/>
              </a:rPr>
            </a:br>
            <a:r>
              <a:rPr kumimoji="1" lang="en-US" altLang="zh-TW" dirty="0">
                <a:latin typeface="Arial" panose="020B0604020202020204" pitchFamily="34" charset="0"/>
                <a:ea typeface="DFKai-SB" panose="03000509000000000000" charset="-120"/>
                <a:cs typeface="DFKai-SB" panose="03000509000000000000" charset="-120"/>
              </a:rPr>
              <a:t>and (</a:t>
            </a:r>
            <a:r>
              <a:rPr kumimoji="1" lang="en-US" altLang="zh-TW" dirty="0" err="1">
                <a:latin typeface="Arial" panose="020B0604020202020204" pitchFamily="34" charset="0"/>
                <a:ea typeface="DFKai-SB" panose="03000509000000000000" charset="-120"/>
                <a:cs typeface="DFKai-SB" panose="03000509000000000000" charset="-120"/>
              </a:rPr>
              <a:t>customer_type</a:t>
            </a:r>
            <a:r>
              <a:rPr kumimoji="1" lang="en-US" altLang="zh-TW" dirty="0">
                <a:latin typeface="Arial" panose="020B0604020202020204" pitchFamily="34" charset="0"/>
                <a:ea typeface="DFKai-SB" panose="03000509000000000000" charset="-120"/>
                <a:cs typeface="DFKai-SB" panose="03000509000000000000" charset="-120"/>
              </a:rPr>
              <a:t> &lt;&gt; "v")</a:t>
            </a:r>
            <a:br>
              <a:rPr kumimoji="1" lang="en-US" altLang="zh-TW" dirty="0">
                <a:latin typeface="Arial" panose="020B0604020202020204" pitchFamily="34" charset="0"/>
                <a:ea typeface="DFKai-SB" panose="03000509000000000000" charset="-120"/>
                <a:cs typeface="DFKai-SB" panose="03000509000000000000" charset="-120"/>
              </a:rPr>
            </a:br>
            <a:r>
              <a:rPr kumimoji="1" lang="en-US" altLang="zh-TW" dirty="0">
                <a:latin typeface="Arial" panose="020B0604020202020204" pitchFamily="34" charset="0"/>
                <a:ea typeface="DFKai-SB" panose="03000509000000000000" charset="-120"/>
                <a:cs typeface="DFKai-SB" panose="03000509000000000000" charset="-120"/>
              </a:rPr>
              <a:t>and (</a:t>
            </a:r>
            <a:r>
              <a:rPr kumimoji="1" lang="en-US" altLang="zh-TW" dirty="0" err="1">
                <a:latin typeface="Arial" panose="020B0604020202020204" pitchFamily="34" charset="0"/>
                <a:ea typeface="DFKai-SB" panose="03000509000000000000" charset="-120"/>
                <a:cs typeface="DFKai-SB" panose="03000509000000000000" charset="-120"/>
              </a:rPr>
              <a:t>customer_type</a:t>
            </a:r>
            <a:r>
              <a:rPr kumimoji="1" lang="en-US" altLang="zh-TW" dirty="0">
                <a:latin typeface="Arial" panose="020B0604020202020204" pitchFamily="34" charset="0"/>
                <a:ea typeface="DFKai-SB" panose="03000509000000000000" charset="-120"/>
                <a:cs typeface="DFKai-SB" panose="03000509000000000000" charset="-120"/>
              </a:rPr>
              <a:t> &lt;&gt; "x")</a:t>
            </a:r>
            <a:br>
              <a:rPr kumimoji="1" lang="en-US" altLang="zh-TW" dirty="0">
                <a:latin typeface="Arial" panose="020B0604020202020204" pitchFamily="34" charset="0"/>
                <a:ea typeface="DFKai-SB" panose="03000509000000000000" charset="-120"/>
                <a:cs typeface="DFKai-SB" panose="03000509000000000000" charset="-120"/>
              </a:rPr>
            </a:br>
            <a:r>
              <a:rPr kumimoji="1" lang="en-US" altLang="zh-TW" dirty="0">
                <a:latin typeface="Arial" panose="020B0604020202020204" pitchFamily="34" charset="0"/>
                <a:ea typeface="DFKai-SB" panose="03000509000000000000" charset="-120"/>
                <a:cs typeface="DFKai-SB" panose="03000509000000000000" charset="-120"/>
              </a:rPr>
              <a:t>and (</a:t>
            </a:r>
            <a:r>
              <a:rPr kumimoji="1" lang="en-US" altLang="zh-TW" dirty="0" err="1">
                <a:latin typeface="Arial" panose="020B0604020202020204" pitchFamily="34" charset="0"/>
                <a:ea typeface="DFKai-SB" panose="03000509000000000000" charset="-120"/>
                <a:cs typeface="DFKai-SB" panose="03000509000000000000" charset="-120"/>
              </a:rPr>
              <a:t>customer_type</a:t>
            </a:r>
            <a:r>
              <a:rPr kumimoji="1" lang="en-US" altLang="zh-TW" dirty="0">
                <a:latin typeface="Arial" panose="020B0604020202020204" pitchFamily="34" charset="0"/>
                <a:ea typeface="DFKai-SB" panose="03000509000000000000" charset="-120"/>
                <a:cs typeface="DFKai-SB" panose="03000509000000000000" charset="-120"/>
              </a:rPr>
              <a:t> &lt;&gt; "y")</a:t>
            </a:r>
            <a:br>
              <a:rPr kumimoji="1" lang="en-US" altLang="zh-TW" dirty="0">
                <a:latin typeface="Arial" panose="020B0604020202020204" pitchFamily="34" charset="0"/>
                <a:ea typeface="DFKai-SB" panose="03000509000000000000" charset="-120"/>
                <a:cs typeface="DFKai-SB" panose="03000509000000000000" charset="-120"/>
              </a:rPr>
            </a:br>
            <a:r>
              <a:rPr kumimoji="1" lang="en-US" altLang="zh-TW" dirty="0">
                <a:latin typeface="Arial" panose="020B0604020202020204" pitchFamily="34" charset="0"/>
                <a:ea typeface="DFKai-SB" panose="03000509000000000000" charset="-120"/>
                <a:cs typeface="DFKai-SB" panose="03000509000000000000" charset="-120"/>
              </a:rPr>
              <a:t>and (</a:t>
            </a:r>
            <a:r>
              <a:rPr kumimoji="1" lang="en-US" altLang="zh-TW" dirty="0" err="1">
                <a:latin typeface="Arial" panose="020B0604020202020204" pitchFamily="34" charset="0"/>
                <a:ea typeface="DFKai-SB" panose="03000509000000000000" charset="-120"/>
                <a:cs typeface="DFKai-SB" panose="03000509000000000000" charset="-120"/>
              </a:rPr>
              <a:t>customer_type</a:t>
            </a:r>
            <a:r>
              <a:rPr kumimoji="1" lang="en-US" altLang="zh-TW" dirty="0">
                <a:latin typeface="Arial" panose="020B0604020202020204" pitchFamily="34" charset="0"/>
                <a:ea typeface="DFKai-SB" panose="03000509000000000000" charset="-120"/>
                <a:cs typeface="DFKai-SB" panose="03000509000000000000" charset="-120"/>
              </a:rPr>
              <a:t> &lt;&gt; "z")</a:t>
            </a:r>
            <a:br>
              <a:rPr kumimoji="1" lang="en-US" altLang="zh-TW" dirty="0">
                <a:latin typeface="Arial" panose="020B0604020202020204" pitchFamily="34" charset="0"/>
                <a:ea typeface="DFKai-SB" panose="03000509000000000000" charset="-120"/>
                <a:cs typeface="DFKai-SB" panose="03000509000000000000" charset="-120"/>
              </a:rPr>
            </a:br>
            <a:r>
              <a:rPr kumimoji="1" lang="en-US" altLang="zh-TW" dirty="0">
                <a:latin typeface="Arial" panose="020B0604020202020204" pitchFamily="34" charset="0"/>
                <a:ea typeface="DFKai-SB" panose="03000509000000000000" charset="-120"/>
                <a:cs typeface="DFKai-SB" panose="03000509000000000000" charset="-120"/>
              </a:rPr>
              <a:t>and (</a:t>
            </a:r>
            <a:r>
              <a:rPr kumimoji="1" lang="en-US" altLang="zh-TW" dirty="0" err="1">
                <a:latin typeface="Arial" panose="020B0604020202020204" pitchFamily="34" charset="0"/>
                <a:ea typeface="DFKai-SB" panose="03000509000000000000" charset="-120"/>
                <a:cs typeface="DFKai-SB" panose="03000509000000000000" charset="-120"/>
              </a:rPr>
              <a:t>provision_result</a:t>
            </a:r>
            <a:r>
              <a:rPr kumimoji="1" lang="en-US" altLang="zh-TW" dirty="0">
                <a:latin typeface="Arial" panose="020B0604020202020204" pitchFamily="34" charset="0"/>
                <a:ea typeface="DFKai-SB" panose="03000509000000000000" charset="-120"/>
                <a:cs typeface="DFKai-SB" panose="03000509000000000000" charset="-120"/>
              </a:rPr>
              <a:t> &lt;&gt; "0")</a:t>
            </a:r>
            <a:br>
              <a:rPr kumimoji="1" lang="en-US" altLang="zh-TW" dirty="0">
                <a:latin typeface="Arial" panose="020B0604020202020204" pitchFamily="34" charset="0"/>
                <a:ea typeface="DFKai-SB" panose="03000509000000000000" charset="-120"/>
                <a:cs typeface="DFKai-SB" panose="03000509000000000000" charset="-120"/>
              </a:rPr>
            </a:br>
            <a:r>
              <a:rPr kumimoji="1" lang="en-US" altLang="zh-TW" dirty="0">
                <a:latin typeface="Arial" panose="020B0604020202020204" pitchFamily="34" charset="0"/>
                <a:ea typeface="DFKai-SB" panose="03000509000000000000" charset="-120"/>
                <a:cs typeface="DFKai-SB" panose="03000509000000000000" charset="-120"/>
              </a:rPr>
              <a:t>and (</a:t>
            </a:r>
            <a:r>
              <a:rPr kumimoji="1" lang="en-US" altLang="zh-TW" dirty="0" err="1">
                <a:latin typeface="Arial" panose="020B0604020202020204" pitchFamily="34" charset="0"/>
                <a:ea typeface="DFKai-SB" panose="03000509000000000000" charset="-120"/>
                <a:cs typeface="DFKai-SB" panose="03000509000000000000" charset="-120"/>
              </a:rPr>
              <a:t>reply_time</a:t>
            </a:r>
            <a:r>
              <a:rPr kumimoji="1" lang="en-US" altLang="zh-TW" dirty="0">
                <a:latin typeface="Arial" panose="020B0604020202020204" pitchFamily="34" charset="0"/>
                <a:ea typeface="DFKai-SB" panose="03000509000000000000" charset="-120"/>
                <a:cs typeface="DFKai-SB" panose="03000509000000000000" charset="-120"/>
              </a:rPr>
              <a:t> &lt;&gt; "") </a:t>
            </a:r>
            <a:endParaRPr kumimoji="1" lang="en-US" altLang="zh-TW" dirty="0">
              <a:latin typeface="Arial" panose="020B0604020202020204" pitchFamily="34" charset="0"/>
              <a:ea typeface="DFKai-SB" panose="03000509000000000000" charset="-120"/>
              <a:cs typeface="DFKai-SB" panose="03000509000000000000" charset="-120"/>
            </a:endParaRPr>
          </a:p>
        </p:txBody>
      </p:sp>
      <p:sp>
        <p:nvSpPr>
          <p:cNvPr id="29698" name="Rectangle 10"/>
          <p:cNvSpPr>
            <a:spLocks noGrp="1" noChangeArrowheads="1"/>
          </p:cNvSpPr>
          <p:nvPr>
            <p:ph type="title"/>
          </p:nvPr>
        </p:nvSpPr>
        <p:spPr/>
        <p:txBody>
          <a:bodyPr/>
          <a:lstStyle/>
          <a:p>
            <a:pPr algn="l"/>
            <a:r>
              <a:rPr lang="en-US" altLang="zh-TW" b="1" dirty="0">
                <a:cs typeface="PMingLiU" panose="02020500000000000000" charset="-120"/>
              </a:rPr>
              <a:t>SQL </a:t>
            </a:r>
            <a:r>
              <a:rPr lang="zh-CN" altLang="en-US" b="1" dirty="0">
                <a:cs typeface="PMingLiU" panose="02020500000000000000" charset="-120"/>
              </a:rPr>
              <a:t>优化</a:t>
            </a:r>
            <a:r>
              <a:rPr lang="zh-TW" altLang="en-US" b="1" dirty="0">
                <a:cs typeface="PMingLiU" panose="02020500000000000000" charset="-120"/>
              </a:rPr>
              <a:t> </a:t>
            </a:r>
            <a:r>
              <a:rPr lang="en-US" altLang="zh-TW" b="1" dirty="0">
                <a:cs typeface="PMingLiU" panose="02020500000000000000" charset="-120"/>
              </a:rPr>
              <a:t>– </a:t>
            </a:r>
            <a:r>
              <a:rPr lang="zh-CN" altLang="en-US" b="1" dirty="0">
                <a:cs typeface="宋体" panose="02010600030101010101" pitchFamily="2" charset="-122"/>
              </a:rPr>
              <a:t>编程效率低</a:t>
            </a:r>
            <a:endParaRPr lang="zh-TW" altLang="en-US" b="1" dirty="0">
              <a:cs typeface="宋体" panose="02010600030101010101" pitchFamily="2" charset="-122"/>
            </a:endParaRPr>
          </a:p>
        </p:txBody>
      </p:sp>
      <p:sp>
        <p:nvSpPr>
          <p:cNvPr id="565261" name="Rectangle 13"/>
          <p:cNvSpPr>
            <a:spLocks noChangeArrowheads="1"/>
          </p:cNvSpPr>
          <p:nvPr/>
        </p:nvSpPr>
        <p:spPr bwMode="auto">
          <a:xfrm>
            <a:off x="756285" y="2952115"/>
            <a:ext cx="4247515" cy="2232025"/>
          </a:xfrm>
          <a:prstGeom prst="rect">
            <a:avLst/>
          </a:prstGeom>
          <a:noFill/>
          <a:ln w="28575">
            <a:solidFill>
              <a:srgbClr val="CC0000"/>
            </a:solidFill>
            <a:miter lim="800000"/>
          </a:ln>
        </p:spPr>
        <p:txBody>
          <a:bodyPr wrap="none" anchor="ctr"/>
          <a:lstStyle/>
          <a:p>
            <a:pPr>
              <a:buClrTx/>
              <a:buFontTx/>
              <a:buNone/>
            </a:pPr>
            <a:endParaRPr lang="en-US" altLang="zh-CN" sz="2000">
              <a:latin typeface="Times New Roman" panose="02020603050405020304" charset="0"/>
              <a:ea typeface="宋体" panose="02010600030101010101" pitchFamily="2" charset="-122"/>
              <a:cs typeface="宋体" panose="02010600030101010101" pitchFamily="2" charset="-122"/>
            </a:endParaRPr>
          </a:p>
        </p:txBody>
      </p:sp>
      <p:sp>
        <p:nvSpPr>
          <p:cNvPr id="29707" name="Rectangle 17"/>
          <p:cNvSpPr>
            <a:spLocks noChangeArrowheads="1"/>
          </p:cNvSpPr>
          <p:nvPr/>
        </p:nvSpPr>
        <p:spPr bwMode="auto">
          <a:xfrm>
            <a:off x="755650" y="5517515"/>
            <a:ext cx="7057390" cy="365760"/>
          </a:xfrm>
          <a:prstGeom prst="rect">
            <a:avLst/>
          </a:prstGeom>
          <a:solidFill>
            <a:srgbClr val="D9D9D9"/>
          </a:solidFill>
          <a:ln w="9525">
            <a:solidFill>
              <a:schemeClr val="tx1"/>
            </a:solidFill>
            <a:miter lim="800000"/>
          </a:ln>
        </p:spPr>
        <p:txBody>
          <a:bodyPr wrap="square">
            <a:spAutoFit/>
          </a:bodyPr>
          <a:lstStyle/>
          <a:p>
            <a:pPr>
              <a:spcBef>
                <a:spcPct val="30000"/>
              </a:spcBef>
              <a:buClrTx/>
              <a:buFontTx/>
              <a:buNone/>
            </a:pPr>
            <a:r>
              <a:rPr lang="en-US" altLang="zh-TW" b="1" dirty="0" err="1">
                <a:latin typeface="Times New Roman" panose="02020603050405020304" charset="0"/>
                <a:ea typeface="宋体" panose="02010600030101010101" pitchFamily="2" charset="-122"/>
                <a:cs typeface="宋体" panose="02010600030101010101" pitchFamily="2" charset="-122"/>
              </a:rPr>
              <a:t>Customer_type</a:t>
            </a:r>
            <a:r>
              <a:rPr lang="en-US" altLang="zh-TW" b="1" dirty="0">
                <a:latin typeface="Times New Roman" panose="02020603050405020304" charset="0"/>
                <a:ea typeface="宋体" panose="02010600030101010101" pitchFamily="2" charset="-122"/>
                <a:cs typeface="宋体" panose="02010600030101010101" pitchFamily="2" charset="-122"/>
              </a:rPr>
              <a:t> not in (“u”, “v”, “x”, “y”, “z”, “O”)</a:t>
            </a:r>
            <a:endParaRPr lang="en-US" altLang="zh-TW" b="1" dirty="0">
              <a:latin typeface="Times New Roman" panose="02020603050405020304" charset="0"/>
              <a:ea typeface="宋体" panose="02010600030101010101" pitchFamily="2" charset="-122"/>
              <a:cs typeface="宋体" panose="02010600030101010101" pitchFamily="2" charset="-122"/>
            </a:endParaRPr>
          </a:p>
        </p:txBody>
      </p:sp>
      <p:sp>
        <p:nvSpPr>
          <p:cNvPr id="7" name="灯片编号占位符 9"/>
          <p:cNvSpPr>
            <a:spLocks noGrp="1"/>
          </p:cNvSpPr>
          <p:nvPr>
            <p:ph type="sldNum" sz="quarter" idx="4294967295"/>
          </p:nvPr>
        </p:nvSpPr>
        <p:spPr>
          <a:xfrm>
            <a:off x="0" y="6457950"/>
            <a:ext cx="9144000" cy="365125"/>
          </a:xfrm>
          <a:prstGeom prst="rect">
            <a:avLst/>
          </a:prstGeom>
        </p:spPr>
        <p:txBody>
          <a:bodyPr vert="horz" wrap="square" lIns="91440" tIns="45720" rIns="91440" bIns="45720" numCol="1" anchor="ctr" anchorCtr="0" compatLnSpc="1"/>
          <a:lstStyle>
            <a:lvl1pPr algn="r">
              <a:defRPr sz="1200" b="0">
                <a:solidFill>
                  <a:schemeClr val="bg1">
                    <a:lumMod val="50000"/>
                  </a:schemeClr>
                </a:solidFill>
                <a:latin typeface="+mn-lt"/>
                <a:ea typeface="宋体" panose="02010600030101010101" pitchFamily="2" charset="-122"/>
              </a:defRPr>
            </a:lvl1pPr>
          </a:lstStyle>
          <a:p>
            <a:fld id="{84CFB1C9-13D2-4FCA-8E43-5D048D3AC9EF}" type="slidenum">
              <a:rPr kumimoji="1" lang="zh-CN" altLang="en-US" smtClean="0"/>
            </a:fld>
            <a:endParaRPr kumimoji="1" lang="zh-CN" altLang="en-US" dirty="0"/>
          </a:p>
        </p:txBody>
      </p:sp>
      <p:sp>
        <p:nvSpPr>
          <p:cNvPr id="8" name="Rectangle 18"/>
          <p:cNvSpPr>
            <a:spLocks noChangeArrowheads="1"/>
          </p:cNvSpPr>
          <p:nvPr/>
        </p:nvSpPr>
        <p:spPr bwMode="blackWhite">
          <a:xfrm>
            <a:off x="467544" y="908720"/>
            <a:ext cx="8229600" cy="1460500"/>
          </a:xfrm>
          <a:prstGeom prst="rect">
            <a:avLst/>
          </a:prstGeom>
          <a:noFill/>
          <a:ln>
            <a:noFill/>
          </a:ln>
        </p:spPr>
        <p:txBody>
          <a:bodyPr>
            <a:spAutoFit/>
          </a:bodyPr>
          <a:lstStyle/>
          <a:p>
            <a:pPr marL="342900" indent="-342900">
              <a:spcBef>
                <a:spcPct val="20000"/>
              </a:spcBef>
              <a:buClr>
                <a:srgbClr val="FF0000"/>
              </a:buClr>
              <a:buSzPct val="125000"/>
              <a:buFont typeface="Arial" panose="020B0604020202020204"/>
              <a:buChar char="•"/>
            </a:pPr>
            <a:r>
              <a:rPr lang="zh-CN" altLang="en-US" sz="2000" dirty="0">
                <a:latin typeface="微软雅黑" panose="020B0503020204020204" pitchFamily="34" charset="-122"/>
                <a:ea typeface="微软雅黑" panose="020B0503020204020204" pitchFamily="34" charset="-122"/>
                <a:cs typeface="宋体" panose="02010600030101010101" pitchFamily="2" charset="-122"/>
              </a:rPr>
              <a:t>从语句中找出</a:t>
            </a:r>
            <a:r>
              <a:rPr lang="en-US" altLang="zh-CN" sz="2000" dirty="0">
                <a:latin typeface="微软雅黑" panose="020B0503020204020204" pitchFamily="34" charset="-122"/>
                <a:ea typeface="微软雅黑" panose="020B0503020204020204" pitchFamily="34" charset="-122"/>
                <a:cs typeface="宋体" panose="02010600030101010101" pitchFamily="2" charset="-122"/>
              </a:rPr>
              <a:t> </a:t>
            </a:r>
            <a:r>
              <a:rPr lang="zh-CN" altLang="en-US" sz="2000" dirty="0">
                <a:latin typeface="微软雅黑" panose="020B0503020204020204" pitchFamily="34" charset="-122"/>
                <a:ea typeface="微软雅黑" panose="020B0503020204020204" pitchFamily="34" charset="-122"/>
                <a:cs typeface="宋体" panose="02010600030101010101" pitchFamily="2" charset="-122"/>
              </a:rPr>
              <a:t>不恰当的</a:t>
            </a:r>
            <a:r>
              <a:rPr lang="en-US" altLang="zh-CN" sz="2000" dirty="0">
                <a:latin typeface="微软雅黑" panose="020B0503020204020204" pitchFamily="34" charset="-122"/>
                <a:ea typeface="微软雅黑" panose="020B0503020204020204" pitchFamily="34" charset="-122"/>
                <a:cs typeface="宋体" panose="02010600030101010101" pitchFamily="2" charset="-122"/>
              </a:rPr>
              <a:t> SQL </a:t>
            </a:r>
            <a:r>
              <a:rPr lang="zh-CN" altLang="en-US" sz="2000" dirty="0">
                <a:latin typeface="微软雅黑" panose="020B0503020204020204" pitchFamily="34" charset="-122"/>
                <a:ea typeface="微软雅黑" panose="020B0503020204020204" pitchFamily="34" charset="-122"/>
                <a:cs typeface="宋体" panose="02010600030101010101" pitchFamily="2" charset="-122"/>
              </a:rPr>
              <a:t>语句</a:t>
            </a:r>
            <a:endParaRPr lang="en-US" altLang="zh-CN" sz="2000" dirty="0">
              <a:latin typeface="微软雅黑" panose="020B0503020204020204" pitchFamily="34" charset="-122"/>
              <a:ea typeface="微软雅黑" panose="020B0503020204020204" pitchFamily="34" charset="-122"/>
              <a:cs typeface="宋体" panose="02010600030101010101" pitchFamily="2" charset="-122"/>
            </a:endParaRPr>
          </a:p>
          <a:p>
            <a:pPr marL="342900" indent="-342900">
              <a:spcBef>
                <a:spcPct val="20000"/>
              </a:spcBef>
              <a:buClr>
                <a:srgbClr val="FF0000"/>
              </a:buClr>
              <a:buSzPct val="125000"/>
              <a:buFont typeface="Arial" panose="020B0604020202020204"/>
              <a:buChar char="•"/>
            </a:pPr>
            <a:r>
              <a:rPr lang="zh-CN" altLang="en-US" sz="2000" dirty="0">
                <a:latin typeface="微软雅黑" panose="020B0503020204020204" pitchFamily="34" charset="-122"/>
                <a:ea typeface="微软雅黑" panose="020B0503020204020204" pitchFamily="34" charset="-122"/>
                <a:cs typeface="宋体" panose="02010600030101010101" pitchFamily="2" charset="-122"/>
              </a:rPr>
              <a:t>范例</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endParaRPr>
          </a:p>
          <a:p>
            <a:pPr marL="800100" lvl="1" indent="-342900">
              <a:spcBef>
                <a:spcPct val="20000"/>
              </a:spcBef>
              <a:buClr>
                <a:srgbClr val="FF0000"/>
              </a:buClr>
              <a:buSzPct val="110000"/>
              <a:buFont typeface="Arial" panose="020B0604020202020204"/>
              <a:buChar char="•"/>
            </a:pPr>
            <a:r>
              <a:rPr lang="zh-CN" altLang="en-US" dirty="0">
                <a:latin typeface="微软雅黑" panose="020B0503020204020204" pitchFamily="34" charset="-122"/>
                <a:ea typeface="微软雅黑" panose="020B0503020204020204" pitchFamily="34" charset="-122"/>
                <a:cs typeface="宋体" panose="02010600030101010101" pitchFamily="2" charset="-122"/>
              </a:rPr>
              <a:t>许动</a:t>
            </a:r>
            <a:r>
              <a:rPr lang="en-US" altLang="zh-CN" dirty="0">
                <a:latin typeface="微软雅黑" panose="020B0503020204020204" pitchFamily="34" charset="-122"/>
                <a:ea typeface="微软雅黑" panose="020B0503020204020204" pitchFamily="34" charset="-122"/>
                <a:cs typeface="宋体" panose="02010600030101010101" pitchFamily="2" charset="-122"/>
              </a:rPr>
              <a:t>SQL</a:t>
            </a:r>
            <a:r>
              <a:rPr lang="zh-CN" altLang="en-US" dirty="0">
                <a:latin typeface="微软雅黑" panose="020B0503020204020204" pitchFamily="34" charset="-122"/>
                <a:ea typeface="微软雅黑" panose="020B0503020204020204" pitchFamily="34" charset="-122"/>
                <a:cs typeface="宋体" panose="02010600030101010101" pitchFamily="2" charset="-122"/>
              </a:rPr>
              <a:t>指令是动态生成的</a:t>
            </a:r>
            <a:endParaRPr lang="zh-CN" altLang="en-US" dirty="0">
              <a:latin typeface="微软雅黑" panose="020B0503020204020204" pitchFamily="34" charset="-122"/>
              <a:ea typeface="微软雅黑" panose="020B0503020204020204" pitchFamily="34" charset="-122"/>
              <a:cs typeface="宋体" panose="02010600030101010101" pitchFamily="2" charset="-122"/>
            </a:endParaRPr>
          </a:p>
          <a:p>
            <a:pPr marL="800100" lvl="1" indent="-342900">
              <a:spcBef>
                <a:spcPct val="20000"/>
              </a:spcBef>
              <a:buClr>
                <a:srgbClr val="FF0000"/>
              </a:buClr>
              <a:buSzPct val="110000"/>
              <a:buFont typeface="Arial" panose="020B0604020202020204"/>
              <a:buChar char="•"/>
            </a:pPr>
            <a:r>
              <a:rPr lang="zh-CN" altLang="en-US" dirty="0">
                <a:latin typeface="微软雅黑" panose="020B0503020204020204" pitchFamily="34" charset="-122"/>
                <a:ea typeface="微软雅黑" panose="020B0503020204020204" pitchFamily="34" charset="-122"/>
                <a:cs typeface="宋体" panose="02010600030101010101" pitchFamily="2" charset="-122"/>
              </a:rPr>
              <a:t>改善</a:t>
            </a:r>
            <a:r>
              <a:rPr lang="en-US" altLang="zh-CN" dirty="0">
                <a:latin typeface="微软雅黑" panose="020B0503020204020204" pitchFamily="34" charset="-122"/>
                <a:ea typeface="微软雅黑" panose="020B0503020204020204" pitchFamily="34" charset="-122"/>
                <a:cs typeface="宋体" panose="02010600030101010101" pitchFamily="2" charset="-122"/>
              </a:rPr>
              <a:t> SQL</a:t>
            </a:r>
            <a:r>
              <a:rPr lang="zh-CN" altLang="en-US" dirty="0">
                <a:latin typeface="微软雅黑" panose="020B0503020204020204" pitchFamily="34" charset="-122"/>
                <a:ea typeface="微软雅黑" panose="020B0503020204020204" pitchFamily="34" charset="-122"/>
                <a:cs typeface="宋体" panose="02010600030101010101" pitchFamily="2" charset="-122"/>
              </a:rPr>
              <a:t>指令</a:t>
            </a:r>
            <a:endParaRPr lang="zh-CN" altLang="en-US" dirty="0">
              <a:latin typeface="微软雅黑" panose="020B0503020204020204" pitchFamily="34" charset="-122"/>
              <a:ea typeface="微软雅黑" panose="020B0503020204020204" pitchFamily="34" charset="-122"/>
              <a:cs typeface="宋体" panose="02010600030101010101" pitchFamily="2" charset="-122"/>
            </a:endParaRPr>
          </a:p>
        </p:txBody>
      </p:sp>
      <p:sp>
        <p:nvSpPr>
          <p:cNvPr id="4" name="椭圆形标注 3"/>
          <p:cNvSpPr/>
          <p:nvPr/>
        </p:nvSpPr>
        <p:spPr bwMode="auto">
          <a:xfrm>
            <a:off x="4860032" y="2637418"/>
            <a:ext cx="1512168" cy="1224136"/>
          </a:xfrm>
          <a:prstGeom prst="wedgeEllipseCallout">
            <a:avLst>
              <a:gd name="adj1" fmla="val -63697"/>
              <a:gd name="adj2" fmla="val 57096"/>
            </a:avLst>
          </a:prstGeom>
          <a:noFill/>
          <a:ln w="9525" cap="flat" cmpd="sng" algn="ctr">
            <a:noFill/>
            <a:prstDash val="solid"/>
            <a:round/>
            <a:headEnd type="none" w="med" len="med"/>
            <a:tailEnd type="none" w="med" len="med"/>
          </a:ln>
          <a:effectLst/>
        </p:spPr>
        <p:txBody>
          <a:bodyPr vert="horz" wrap="square" lIns="92075" tIns="46038" rIns="92075" bIns="46038" numCol="1" rtlCol="0" anchor="t" anchorCtr="0" compatLnSpc="1">
            <a:spAutoFit/>
          </a:bodyPr>
          <a:lstStyle/>
          <a:p>
            <a:pPr marL="119380" marR="0" indent="-119380" algn="ctr" defTabSz="914400" rtl="0" eaLnBrk="1" fontAlgn="base" latinLnBrk="0" hangingPunct="1">
              <a:lnSpc>
                <a:spcPct val="90000"/>
              </a:lnSpc>
              <a:spcBef>
                <a:spcPct val="50000"/>
              </a:spcBef>
              <a:spcAft>
                <a:spcPct val="0"/>
              </a:spcAft>
              <a:buClr>
                <a:schemeClr val="accent1"/>
              </a:buClr>
              <a:buSzTx/>
              <a:buFontTx/>
              <a:buNone/>
            </a:pPr>
            <a:endParaRPr kumimoji="0" lang="zh-CN" altLang="en-US" sz="2000" b="1" i="0" u="none" strike="noStrike" cap="none" normalizeH="0" baseline="0">
              <a:ln>
                <a:noFill/>
              </a:ln>
              <a:solidFill>
                <a:schemeClr val="tx1"/>
              </a:solidFill>
              <a:effectLst/>
              <a:latin typeface="Arial" panose="020B0604020202020204" pitchFamily="34" charset="0"/>
            </a:endParaRPr>
          </a:p>
        </p:txBody>
      </p:sp>
      <p:sp>
        <p:nvSpPr>
          <p:cNvPr id="5" name="椭圆形标注 4"/>
          <p:cNvSpPr/>
          <p:nvPr/>
        </p:nvSpPr>
        <p:spPr bwMode="auto">
          <a:xfrm>
            <a:off x="5320278" y="2637289"/>
            <a:ext cx="1512168" cy="527467"/>
          </a:xfrm>
          <a:prstGeom prst="wedgeEllipseCallout">
            <a:avLst>
              <a:gd name="adj1" fmla="val -71571"/>
              <a:gd name="adj2" fmla="val 100123"/>
            </a:avLst>
          </a:prstGeom>
          <a:solidFill>
            <a:srgbClr val="FFFF00"/>
          </a:solidFill>
          <a:ln w="9525" cap="flat" cmpd="sng" algn="ctr">
            <a:solidFill>
              <a:srgbClr val="3366FF"/>
            </a:solidFill>
            <a:prstDash val="solid"/>
            <a:round/>
            <a:headEnd type="none" w="med" len="med"/>
            <a:tailEnd type="none" w="med" len="med"/>
          </a:ln>
          <a:effectLst/>
        </p:spPr>
        <p:txBody>
          <a:bodyPr vert="horz" wrap="square" lIns="92075" tIns="46038" rIns="92075" bIns="46038" numCol="1" rtlCol="0" anchor="t" anchorCtr="0" compatLnSpc="1">
            <a:spAutoFit/>
          </a:bodyPr>
          <a:lstStyle/>
          <a:p>
            <a:pPr marL="119380" marR="0" indent="-119380" algn="ctr" defTabSz="914400" rtl="0" eaLnBrk="1" fontAlgn="base" latinLnBrk="0" hangingPunct="1">
              <a:lnSpc>
                <a:spcPct val="90000"/>
              </a:lnSpc>
              <a:spcBef>
                <a:spcPct val="50000"/>
              </a:spcBef>
              <a:spcAft>
                <a:spcPct val="0"/>
              </a:spcAft>
              <a:buClr>
                <a:schemeClr val="accent1"/>
              </a:buClr>
              <a:buSzTx/>
              <a:buFontTx/>
              <a:buNone/>
            </a:pPr>
            <a:r>
              <a:rPr kumimoji="0" lang="zh-CN" altLang="en-US" sz="2000" b="1" i="0" u="none" strike="noStrike" cap="none" normalizeH="0" baseline="0" dirty="0">
                <a:ln>
                  <a:noFill/>
                </a:ln>
                <a:solidFill>
                  <a:schemeClr val="tx1"/>
                </a:solidFill>
                <a:effectLst/>
                <a:latin typeface="Arial" panose="020B0604020202020204" pitchFamily="34" charset="0"/>
              </a:rPr>
              <a:t>改善前</a:t>
            </a:r>
            <a:endParaRPr kumimoji="0" lang="zh-CN" altLang="en-US" sz="2000" b="1" i="0" u="none" strike="noStrike" cap="none" normalizeH="0" baseline="0" dirty="0">
              <a:ln>
                <a:noFill/>
              </a:ln>
              <a:solidFill>
                <a:schemeClr val="tx1"/>
              </a:solidFill>
              <a:effectLst/>
              <a:latin typeface="Arial" panose="020B0604020202020204" pitchFamily="34" charset="0"/>
            </a:endParaRPr>
          </a:p>
        </p:txBody>
      </p:sp>
      <p:sp>
        <p:nvSpPr>
          <p:cNvPr id="12" name="椭圆形标注 11"/>
          <p:cNvSpPr/>
          <p:nvPr/>
        </p:nvSpPr>
        <p:spPr bwMode="auto">
          <a:xfrm>
            <a:off x="6135603" y="4989805"/>
            <a:ext cx="1512168" cy="527467"/>
          </a:xfrm>
          <a:prstGeom prst="wedgeEllipseCallout">
            <a:avLst>
              <a:gd name="adj1" fmla="val -71571"/>
              <a:gd name="adj2" fmla="val 100123"/>
            </a:avLst>
          </a:prstGeom>
          <a:solidFill>
            <a:srgbClr val="FFFF00"/>
          </a:solidFill>
          <a:ln w="9525" cap="flat" cmpd="sng" algn="ctr">
            <a:solidFill>
              <a:srgbClr val="3366FF"/>
            </a:solidFill>
            <a:prstDash val="solid"/>
            <a:round/>
            <a:headEnd type="none" w="med" len="med"/>
            <a:tailEnd type="none" w="med" len="med"/>
          </a:ln>
          <a:effectLst/>
        </p:spPr>
        <p:txBody>
          <a:bodyPr vert="horz" wrap="square" lIns="92075" tIns="46038" rIns="92075" bIns="46038" numCol="1" rtlCol="0" anchor="t" anchorCtr="0" compatLnSpc="1">
            <a:spAutoFit/>
          </a:bodyPr>
          <a:lstStyle/>
          <a:p>
            <a:pPr marL="119380" marR="0" indent="-119380" algn="ctr" defTabSz="914400" rtl="0" eaLnBrk="1" fontAlgn="base" latinLnBrk="0" hangingPunct="1">
              <a:lnSpc>
                <a:spcPct val="90000"/>
              </a:lnSpc>
              <a:spcBef>
                <a:spcPct val="50000"/>
              </a:spcBef>
              <a:spcAft>
                <a:spcPct val="0"/>
              </a:spcAft>
              <a:buClr>
                <a:schemeClr val="accent1"/>
              </a:buClr>
              <a:buSzTx/>
              <a:buFontTx/>
              <a:buNone/>
            </a:pPr>
            <a:r>
              <a:rPr kumimoji="0" lang="zh-CN" altLang="en-US" sz="2000" b="1" i="0" u="none" strike="noStrike" cap="none" normalizeH="0" baseline="0" dirty="0">
                <a:ln>
                  <a:noFill/>
                </a:ln>
                <a:solidFill>
                  <a:schemeClr val="tx1"/>
                </a:solidFill>
                <a:effectLst/>
                <a:latin typeface="Arial" panose="020B0604020202020204" pitchFamily="34" charset="0"/>
              </a:rPr>
              <a:t>改善后</a:t>
            </a:r>
            <a:endParaRPr kumimoji="0" lang="zh-CN" altLang="en-US" sz="2000" b="1"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65261"/>
                                        </p:tgtEl>
                                        <p:attrNameLst>
                                          <p:attrName>style.visibility</p:attrName>
                                        </p:attrNameLst>
                                      </p:cBhvr>
                                      <p:to>
                                        <p:strVal val="visible"/>
                                      </p:to>
                                    </p:set>
                                    <p:anim calcmode="lin" valueType="num">
                                      <p:cBhvr additive="base">
                                        <p:cTn id="7" dur="500" fill="hold"/>
                                        <p:tgtEl>
                                          <p:spTgt spid="565261"/>
                                        </p:tgtEl>
                                        <p:attrNameLst>
                                          <p:attrName>ppt_x</p:attrName>
                                        </p:attrNameLst>
                                      </p:cBhvr>
                                      <p:tavLst>
                                        <p:tav tm="0">
                                          <p:val>
                                            <p:strVal val="#ppt_x"/>
                                          </p:val>
                                        </p:tav>
                                        <p:tav tm="100000">
                                          <p:val>
                                            <p:strVal val="#ppt_x"/>
                                          </p:val>
                                        </p:tav>
                                      </p:tavLst>
                                    </p:anim>
                                    <p:anim calcmode="lin" valueType="num">
                                      <p:cBhvr additive="base">
                                        <p:cTn id="8" dur="500" fill="hold"/>
                                        <p:tgtEl>
                                          <p:spTgt spid="56526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5261" grpId="0" bldLvl="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795710" y="2806586"/>
            <a:ext cx="7272808" cy="3026983"/>
          </a:xfrm>
          <a:prstGeom prst="rect">
            <a:avLst/>
          </a:prstGeom>
          <a:solidFill>
            <a:schemeClr val="accent3">
              <a:lumMod val="85000"/>
            </a:schemeClr>
          </a:solidFill>
          <a:ln>
            <a:solidFill>
              <a:srgbClr val="0000FF"/>
            </a:solidFill>
          </a:ln>
        </p:spPr>
        <p:txBody>
          <a:bodyPr wrap="square" rtlCol="0">
            <a:spAutoFit/>
          </a:bodyPr>
          <a:lstStyle/>
          <a:p>
            <a:pPr lvl="0" fontAlgn="base">
              <a:lnSpc>
                <a:spcPct val="130000"/>
              </a:lnSpc>
              <a:spcBef>
                <a:spcPct val="20000"/>
              </a:spcBef>
              <a:spcAft>
                <a:spcPct val="0"/>
              </a:spcAft>
              <a:buClr>
                <a:srgbClr val="660066"/>
              </a:buClr>
              <a:buSzPct val="80000"/>
            </a:pPr>
            <a:r>
              <a:rPr kumimoji="1" lang="en-US" altLang="zh-TW" sz="16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select unique </a:t>
            </a:r>
            <a:r>
              <a:rPr kumimoji="1" lang="en-US" altLang="zh-TW" sz="1600" b="1"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x.name</a:t>
            </a:r>
            <a:r>
              <a:rPr kumimoji="1" lang="en-US" altLang="zh-TW" sz="16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r>
              <a:rPr kumimoji="1" lang="en-US" altLang="zh-TW" sz="1600" b="1"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x.code</a:t>
            </a:r>
            <a:r>
              <a:rPr kumimoji="1" lang="en-US" altLang="zh-TW" sz="16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r>
              <a:rPr kumimoji="1" lang="en-US" altLang="zh-TW" sz="1600" b="1"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x.job</a:t>
            </a:r>
            <a:r>
              <a:rPr kumimoji="1" lang="en-US" altLang="zh-TW" sz="16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r>
              <a:rPr kumimoji="1" lang="en-US" altLang="zh-TW" sz="1600" b="1"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x.made_date</a:t>
            </a:r>
            <a:r>
              <a:rPr kumimoji="1" lang="en-US" altLang="zh-TW" sz="16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r>
              <a:rPr kumimoji="1" lang="en-US" altLang="zh-TW" sz="1600" b="1"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x.finish_date</a:t>
            </a:r>
            <a:r>
              <a:rPr kumimoji="1" lang="en-US" altLang="zh-TW" sz="16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r>
              <a:rPr kumimoji="1" lang="en-US" altLang="zh-TW" sz="1600" b="1"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x.job_status</a:t>
            </a:r>
            <a:endParaRPr kumimoji="1" lang="en-US" altLang="zh-TW" sz="16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lvl="0" fontAlgn="base">
              <a:lnSpc>
                <a:spcPct val="130000"/>
              </a:lnSpc>
              <a:spcBef>
                <a:spcPct val="20000"/>
              </a:spcBef>
              <a:spcAft>
                <a:spcPct val="0"/>
              </a:spcAft>
              <a:buClr>
                <a:srgbClr val="660066"/>
              </a:buClr>
              <a:buSzPct val="80000"/>
            </a:pPr>
            <a:r>
              <a:rPr kumimoji="1" lang="en-US" altLang="zh-TW" sz="16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from </a:t>
            </a:r>
            <a:r>
              <a:rPr kumimoji="1" lang="en-US" altLang="zh-TW" sz="1600" b="1" dirty="0" err="1">
                <a:solidFill>
                  <a:srgbClr val="3366FF"/>
                </a:solidFill>
                <a:latin typeface="微软雅黑" panose="020B0503020204020204" pitchFamily="34" charset="-122"/>
                <a:ea typeface="微软雅黑" panose="020B0503020204020204" pitchFamily="34" charset="-122"/>
                <a:cs typeface="微软雅黑" panose="020B0503020204020204" pitchFamily="34" charset="-122"/>
              </a:rPr>
              <a:t>job_check</a:t>
            </a:r>
            <a:r>
              <a:rPr kumimoji="1" lang="en-US" altLang="zh-TW" sz="1600" b="1" dirty="0">
                <a:solidFill>
                  <a:srgbClr val="3366FF"/>
                </a:solidFill>
                <a:latin typeface="微软雅黑" panose="020B0503020204020204" pitchFamily="34" charset="-122"/>
                <a:ea typeface="微软雅黑" panose="020B0503020204020204" pitchFamily="34" charset="-122"/>
                <a:cs typeface="微软雅黑" panose="020B0503020204020204" pitchFamily="34" charset="-122"/>
              </a:rPr>
              <a:t> x, </a:t>
            </a:r>
            <a:r>
              <a:rPr kumimoji="1" lang="en-US" altLang="zh-TW" sz="1600" b="1" dirty="0" err="1">
                <a:solidFill>
                  <a:srgbClr val="3366FF"/>
                </a:solidFill>
                <a:latin typeface="微软雅黑" panose="020B0503020204020204" pitchFamily="34" charset="-122"/>
                <a:ea typeface="微软雅黑" panose="020B0503020204020204" pitchFamily="34" charset="-122"/>
                <a:cs typeface="微软雅黑" panose="020B0503020204020204" pitchFamily="34" charset="-122"/>
              </a:rPr>
              <a:t>job_status</a:t>
            </a:r>
            <a:r>
              <a:rPr kumimoji="1" lang="en-US" altLang="zh-TW" sz="1600" b="1" dirty="0">
                <a:solidFill>
                  <a:srgbClr val="3366FF"/>
                </a:solidFill>
                <a:latin typeface="微软雅黑" panose="020B0503020204020204" pitchFamily="34" charset="-122"/>
                <a:ea typeface="微软雅黑" panose="020B0503020204020204" pitchFamily="34" charset="-122"/>
                <a:cs typeface="微软雅黑" panose="020B0503020204020204" pitchFamily="34" charset="-122"/>
              </a:rPr>
              <a:t> y</a:t>
            </a:r>
            <a:endParaRPr kumimoji="1" lang="en-US" altLang="zh-TW" sz="1600" b="1" dirty="0">
              <a:solidFill>
                <a:srgbClr val="3366FF"/>
              </a:solidFill>
              <a:latin typeface="微软雅黑" panose="020B0503020204020204" pitchFamily="34" charset="-122"/>
              <a:ea typeface="微软雅黑" panose="020B0503020204020204" pitchFamily="34" charset="-122"/>
              <a:cs typeface="微软雅黑" panose="020B0503020204020204" pitchFamily="34" charset="-122"/>
            </a:endParaRPr>
          </a:p>
          <a:p>
            <a:pPr lvl="0" fontAlgn="base">
              <a:lnSpc>
                <a:spcPct val="130000"/>
              </a:lnSpc>
              <a:spcBef>
                <a:spcPct val="20000"/>
              </a:spcBef>
              <a:spcAft>
                <a:spcPct val="0"/>
              </a:spcAft>
              <a:buClr>
                <a:srgbClr val="660066"/>
              </a:buClr>
              <a:buSzPct val="80000"/>
            </a:pPr>
            <a:r>
              <a:rPr kumimoji="1" lang="en-US" altLang="zh-TW" sz="16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where </a:t>
            </a:r>
            <a:r>
              <a:rPr kumimoji="1" lang="en-US" altLang="zh-TW" sz="1600" b="1"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x.made_date</a:t>
            </a:r>
            <a:r>
              <a:rPr kumimoji="1" lang="en-US" altLang="zh-TW" sz="16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&gt; "01/01/1998"</a:t>
            </a:r>
            <a:endParaRPr kumimoji="1" lang="en-US" altLang="zh-TW" sz="16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lvl="0" fontAlgn="base">
              <a:lnSpc>
                <a:spcPct val="130000"/>
              </a:lnSpc>
              <a:spcBef>
                <a:spcPct val="20000"/>
              </a:spcBef>
              <a:spcAft>
                <a:spcPct val="0"/>
              </a:spcAft>
              <a:buClr>
                <a:srgbClr val="660066"/>
              </a:buClr>
              <a:buSzPct val="80000"/>
            </a:pPr>
            <a:r>
              <a:rPr kumimoji="1" lang="en-US" altLang="zh-TW" sz="16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and (</a:t>
            </a:r>
            <a:r>
              <a:rPr kumimoji="1" lang="en-US" altLang="zh-TW" sz="1600" b="1"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x.id_flag</a:t>
            </a:r>
            <a:r>
              <a:rPr kumimoji="1" lang="en-US" altLang="zh-TW" sz="16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 2 or </a:t>
            </a:r>
            <a:r>
              <a:rPr kumimoji="1" lang="en-US" altLang="zh-TW" sz="1600" b="1"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x.id_flag</a:t>
            </a:r>
            <a:r>
              <a:rPr kumimoji="1" lang="en-US" altLang="zh-TW" sz="16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is null)</a:t>
            </a:r>
            <a:endParaRPr kumimoji="1" lang="en-US" altLang="zh-TW" sz="16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lvl="0" fontAlgn="base">
              <a:lnSpc>
                <a:spcPct val="130000"/>
              </a:lnSpc>
              <a:spcBef>
                <a:spcPct val="20000"/>
              </a:spcBef>
              <a:spcAft>
                <a:spcPct val="0"/>
              </a:spcAft>
              <a:buClr>
                <a:srgbClr val="660066"/>
              </a:buClr>
              <a:buSzPct val="80000"/>
            </a:pPr>
            <a:r>
              <a:rPr kumimoji="1" lang="en-US" altLang="zh-TW" sz="16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and </a:t>
            </a:r>
            <a:r>
              <a:rPr kumimoji="1" lang="en-US" altLang="zh-TW" sz="1600" b="1"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x.job_num</a:t>
            </a:r>
            <a:r>
              <a:rPr kumimoji="1" lang="en-US" altLang="zh-TW" sz="16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&gt; = 6639</a:t>
            </a:r>
            <a:endParaRPr kumimoji="1" lang="en-US" altLang="zh-TW" sz="16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lvl="0" fontAlgn="base">
              <a:lnSpc>
                <a:spcPct val="130000"/>
              </a:lnSpc>
              <a:spcBef>
                <a:spcPct val="20000"/>
              </a:spcBef>
              <a:spcAft>
                <a:spcPct val="0"/>
              </a:spcAft>
              <a:buClr>
                <a:srgbClr val="660066"/>
              </a:buClr>
              <a:buSzPct val="80000"/>
            </a:pPr>
            <a:r>
              <a:rPr kumimoji="1" lang="en-US" altLang="zh-TW" sz="16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and </a:t>
            </a:r>
            <a:r>
              <a:rPr kumimoji="1" lang="en-US" altLang="zh-TW" sz="1600" b="1"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x.job_num</a:t>
            </a:r>
            <a:r>
              <a:rPr kumimoji="1" lang="en-US" altLang="zh-TW" sz="16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&lt; = 6639</a:t>
            </a:r>
            <a:endParaRPr kumimoji="1" lang="en-US" altLang="zh-TW" sz="16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lvl="0" fontAlgn="base">
              <a:lnSpc>
                <a:spcPct val="130000"/>
              </a:lnSpc>
              <a:spcBef>
                <a:spcPct val="20000"/>
              </a:spcBef>
              <a:spcAft>
                <a:spcPct val="0"/>
              </a:spcAft>
              <a:buClr>
                <a:srgbClr val="660066"/>
              </a:buClr>
              <a:buSzPct val="80000"/>
            </a:pPr>
            <a:r>
              <a:rPr kumimoji="1" lang="en-US" altLang="zh-TW" sz="16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order by </a:t>
            </a:r>
            <a:r>
              <a:rPr kumimoji="1" lang="en-US" altLang="zh-TW" sz="1600" b="1"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made_date</a:t>
            </a:r>
            <a:r>
              <a:rPr kumimoji="1" lang="en-US" altLang="zh-TW" sz="16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r>
              <a:rPr kumimoji="1" lang="en-US" altLang="zh-TW" sz="1600" b="1"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desc</a:t>
            </a:r>
            <a:endParaRPr kumimoji="1" lang="en-US" altLang="zh-TW" sz="16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0722" name="Rectangle 2"/>
          <p:cNvSpPr>
            <a:spLocks noGrp="1" noChangeArrowheads="1"/>
          </p:cNvSpPr>
          <p:nvPr>
            <p:ph type="title"/>
          </p:nvPr>
        </p:nvSpPr>
        <p:spPr/>
        <p:txBody>
          <a:bodyPr/>
          <a:lstStyle/>
          <a:p>
            <a:pPr algn="l"/>
            <a:r>
              <a:rPr lang="en-US" altLang="zh-TW" b="1" dirty="0">
                <a:cs typeface="PMingLiU" panose="02020500000000000000" charset="-120"/>
              </a:rPr>
              <a:t>SQL </a:t>
            </a:r>
            <a:r>
              <a:rPr lang="zh-CN" altLang="en-US" b="1" dirty="0">
                <a:cs typeface="宋体" panose="02010600030101010101" pitchFamily="2" charset="-122"/>
              </a:rPr>
              <a:t>优化</a:t>
            </a:r>
            <a:r>
              <a:rPr lang="zh-TW" altLang="en-US" b="1" dirty="0">
                <a:cs typeface="PMingLiU" panose="02020500000000000000" charset="-120"/>
              </a:rPr>
              <a:t> </a:t>
            </a:r>
            <a:r>
              <a:rPr lang="en-US" altLang="zh-TW" b="1" dirty="0">
                <a:cs typeface="PMingLiU" panose="02020500000000000000" charset="-120"/>
              </a:rPr>
              <a:t>– </a:t>
            </a:r>
            <a:r>
              <a:rPr lang="zh-CN" altLang="en-US" b="1" dirty="0">
                <a:cs typeface="宋体" panose="02010600030101010101" pitchFamily="2" charset="-122"/>
              </a:rPr>
              <a:t>避免笛卡尔积</a:t>
            </a:r>
            <a:endParaRPr lang="zh-CN" altLang="en-US" b="1" dirty="0">
              <a:cs typeface="PMingLiU" panose="02020500000000000000" charset="-120"/>
            </a:endParaRPr>
          </a:p>
        </p:txBody>
      </p:sp>
      <p:sp>
        <p:nvSpPr>
          <p:cNvPr id="571401" name="Rectangle 9"/>
          <p:cNvSpPr>
            <a:spLocks noChangeArrowheads="1"/>
          </p:cNvSpPr>
          <p:nvPr/>
        </p:nvSpPr>
        <p:spPr bwMode="auto">
          <a:xfrm>
            <a:off x="1331640" y="3429000"/>
            <a:ext cx="2664296" cy="504825"/>
          </a:xfrm>
          <a:prstGeom prst="rect">
            <a:avLst/>
          </a:prstGeom>
          <a:noFill/>
          <a:ln w="28575">
            <a:solidFill>
              <a:srgbClr val="3366FF"/>
            </a:solidFill>
            <a:miter lim="800000"/>
          </a:ln>
        </p:spPr>
        <p:txBody>
          <a:bodyPr wrap="none" anchor="ctr"/>
          <a:lstStyle/>
          <a:p>
            <a:pPr>
              <a:buClrTx/>
              <a:buFontTx/>
              <a:buNone/>
            </a:pPr>
            <a:endParaRPr lang="en-US" altLang="zh-CN" sz="2000">
              <a:latin typeface="Times New Roman" panose="02020603050405020304" charset="0"/>
              <a:ea typeface="宋体" panose="02010600030101010101" pitchFamily="2" charset="-122"/>
              <a:cs typeface="宋体" panose="02010600030101010101" pitchFamily="2" charset="-122"/>
            </a:endParaRPr>
          </a:p>
        </p:txBody>
      </p:sp>
      <p:sp>
        <p:nvSpPr>
          <p:cNvPr id="6" name="灯片编号占位符 9"/>
          <p:cNvSpPr>
            <a:spLocks noGrp="1"/>
          </p:cNvSpPr>
          <p:nvPr>
            <p:ph type="sldNum" sz="quarter" idx="4294967295"/>
          </p:nvPr>
        </p:nvSpPr>
        <p:spPr>
          <a:xfrm>
            <a:off x="0" y="6457950"/>
            <a:ext cx="9144000" cy="365125"/>
          </a:xfrm>
          <a:prstGeom prst="rect">
            <a:avLst/>
          </a:prstGeom>
        </p:spPr>
        <p:txBody>
          <a:bodyPr vert="horz" wrap="square" lIns="91440" tIns="45720" rIns="91440" bIns="45720" numCol="1" anchor="ctr" anchorCtr="0" compatLnSpc="1"/>
          <a:lstStyle>
            <a:lvl1pPr algn="r">
              <a:defRPr sz="1200" b="0">
                <a:solidFill>
                  <a:schemeClr val="bg1">
                    <a:lumMod val="50000"/>
                  </a:schemeClr>
                </a:solidFill>
                <a:latin typeface="+mn-lt"/>
                <a:ea typeface="宋体" panose="02010600030101010101" pitchFamily="2" charset="-122"/>
              </a:defRPr>
            </a:lvl1pPr>
          </a:lstStyle>
          <a:p>
            <a:fld id="{84CFB1C9-13D2-4FCA-8E43-5D048D3AC9EF}" type="slidenum">
              <a:rPr kumimoji="1" lang="zh-CN" altLang="en-US" smtClean="0"/>
            </a:fld>
            <a:endParaRPr kumimoji="1" lang="zh-CN" altLang="en-US" dirty="0"/>
          </a:p>
        </p:txBody>
      </p:sp>
      <p:sp>
        <p:nvSpPr>
          <p:cNvPr id="9" name="Rectangle 18"/>
          <p:cNvSpPr>
            <a:spLocks noChangeArrowheads="1"/>
          </p:cNvSpPr>
          <p:nvPr/>
        </p:nvSpPr>
        <p:spPr bwMode="blackWhite">
          <a:xfrm>
            <a:off x="467544" y="1123985"/>
            <a:ext cx="8208912" cy="1473200"/>
          </a:xfrm>
          <a:prstGeom prst="rect">
            <a:avLst/>
          </a:prstGeom>
          <a:noFill/>
          <a:ln>
            <a:noFill/>
          </a:ln>
        </p:spPr>
        <p:txBody>
          <a:bodyPr wrap="square">
            <a:spAutoFit/>
          </a:bodyPr>
          <a:lstStyle/>
          <a:p>
            <a:pPr marL="342900" indent="-342900">
              <a:spcBef>
                <a:spcPct val="20000"/>
              </a:spcBef>
              <a:buClr>
                <a:srgbClr val="FF0000"/>
              </a:buClr>
              <a:buSzPct val="125000"/>
              <a:buFont typeface="Arial" panose="020B0604020202020204"/>
              <a:buChar char="•"/>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SQL</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指令的优化</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cs typeface="宋体" panose="02010600030101010101" pitchFamily="2" charset="-122"/>
              </a:rPr>
              <a:t>从语句中找出</a:t>
            </a:r>
            <a:r>
              <a:rPr lang="en-US" altLang="zh-CN" sz="2000" dirty="0">
                <a:latin typeface="微软雅黑" panose="020B0503020204020204" pitchFamily="34" charset="-122"/>
                <a:ea typeface="微软雅黑" panose="020B0503020204020204" pitchFamily="34" charset="-122"/>
                <a:cs typeface="宋体" panose="02010600030101010101" pitchFamily="2" charset="-122"/>
              </a:rPr>
              <a:t> </a:t>
            </a:r>
            <a:r>
              <a:rPr lang="zh-CN" altLang="en-US" sz="2000" dirty="0">
                <a:latin typeface="微软雅黑" panose="020B0503020204020204" pitchFamily="34" charset="-122"/>
                <a:ea typeface="微软雅黑" panose="020B0503020204020204" pitchFamily="34" charset="-122"/>
                <a:cs typeface="宋体" panose="02010600030101010101" pitchFamily="2" charset="-122"/>
              </a:rPr>
              <a:t>不恰当的</a:t>
            </a:r>
            <a:r>
              <a:rPr lang="en-US" altLang="zh-CN" sz="2000" dirty="0">
                <a:latin typeface="微软雅黑" panose="020B0503020204020204" pitchFamily="34" charset="-122"/>
                <a:ea typeface="微软雅黑" panose="020B0503020204020204" pitchFamily="34" charset="-122"/>
                <a:cs typeface="宋体" panose="02010600030101010101" pitchFamily="2" charset="-122"/>
              </a:rPr>
              <a:t> SQL </a:t>
            </a:r>
            <a:r>
              <a:rPr lang="zh-CN" altLang="en-US" sz="2000" dirty="0">
                <a:latin typeface="微软雅黑" panose="020B0503020204020204" pitchFamily="34" charset="-122"/>
                <a:ea typeface="微软雅黑" panose="020B0503020204020204" pitchFamily="34" charset="-122"/>
                <a:cs typeface="宋体" panose="02010600030101010101" pitchFamily="2" charset="-122"/>
              </a:rPr>
              <a:t>语句</a:t>
            </a:r>
            <a:endParaRPr lang="en-US" altLang="zh-CN" sz="2000" dirty="0">
              <a:latin typeface="微软雅黑" panose="020B0503020204020204" pitchFamily="34" charset="-122"/>
              <a:ea typeface="微软雅黑" panose="020B0503020204020204" pitchFamily="34" charset="-122"/>
              <a:cs typeface="宋体" panose="02010600030101010101" pitchFamily="2" charset="-122"/>
            </a:endParaRPr>
          </a:p>
          <a:p>
            <a:pPr marL="342900" indent="-342900">
              <a:spcBef>
                <a:spcPct val="20000"/>
              </a:spcBef>
              <a:buClr>
                <a:srgbClr val="FF0000"/>
              </a:buClr>
              <a:buSzPct val="125000"/>
              <a:buFont typeface="Arial" panose="020B0604020202020204"/>
              <a:buChar char="•"/>
            </a:pPr>
            <a:r>
              <a:rPr lang="zh-CN" altLang="en-US" sz="2000" dirty="0">
                <a:latin typeface="微软雅黑" panose="020B0503020204020204" pitchFamily="34" charset="-122"/>
                <a:ea typeface="微软雅黑" panose="020B0503020204020204" pitchFamily="34" charset="-122"/>
                <a:cs typeface="宋体" panose="02010600030101010101" pitchFamily="2" charset="-122"/>
              </a:rPr>
              <a:t>范例</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endParaRPr>
          </a:p>
          <a:p>
            <a:pPr marL="800100" lvl="1" indent="-342900">
              <a:spcBef>
                <a:spcPct val="20000"/>
              </a:spcBef>
              <a:buClr>
                <a:srgbClr val="FF0000"/>
              </a:buClr>
              <a:buSzPct val="110000"/>
              <a:buFont typeface="Arial" panose="020B0604020202020204"/>
              <a:buChar char="•"/>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当执行多表查询而没有指定连接条件时，结果为笛卡尔积</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TW" sz="2000" dirty="0">
                <a:latin typeface="微软雅黑" panose="020B0503020204020204" pitchFamily="34" charset="-122"/>
                <a:ea typeface="微软雅黑" panose="020B0503020204020204" pitchFamily="34" charset="-122"/>
                <a:cs typeface="微软雅黑" panose="020B0503020204020204" pitchFamily="34" charset="-122"/>
              </a:rPr>
              <a:t>Cartesian product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71401"/>
                                        </p:tgtEl>
                                        <p:attrNameLst>
                                          <p:attrName>style.visibility</p:attrName>
                                        </p:attrNameLst>
                                      </p:cBhvr>
                                      <p:to>
                                        <p:strVal val="visible"/>
                                      </p:to>
                                    </p:set>
                                    <p:anim calcmode="lin" valueType="num">
                                      <p:cBhvr additive="base">
                                        <p:cTn id="7" dur="500" fill="hold"/>
                                        <p:tgtEl>
                                          <p:spTgt spid="571401"/>
                                        </p:tgtEl>
                                        <p:attrNameLst>
                                          <p:attrName>ppt_x</p:attrName>
                                        </p:attrNameLst>
                                      </p:cBhvr>
                                      <p:tavLst>
                                        <p:tav tm="0">
                                          <p:val>
                                            <p:strVal val="#ppt_x"/>
                                          </p:val>
                                        </p:tav>
                                        <p:tav tm="100000">
                                          <p:val>
                                            <p:strVal val="#ppt_x"/>
                                          </p:val>
                                        </p:tav>
                                      </p:tavLst>
                                    </p:anim>
                                    <p:anim calcmode="lin" valueType="num">
                                      <p:cBhvr additive="base">
                                        <p:cTn id="8" dur="500" fill="hold"/>
                                        <p:tgtEl>
                                          <p:spTgt spid="57140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1401" grpId="0" bldLvl="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2"/>
          <p:cNvSpPr>
            <a:spLocks noGrp="1" noChangeArrowheads="1"/>
          </p:cNvSpPr>
          <p:nvPr>
            <p:ph type="title"/>
          </p:nvPr>
        </p:nvSpPr>
        <p:spPr/>
        <p:txBody>
          <a:bodyPr/>
          <a:lstStyle/>
          <a:p>
            <a:pPr algn="l" eaLnBrk="1" hangingPunct="1"/>
            <a:r>
              <a:rPr lang="en-US" altLang="zh-TW" b="1" dirty="0">
                <a:cs typeface="PMingLiU" panose="02020500000000000000" charset="-120"/>
              </a:rPr>
              <a:t>SQL </a:t>
            </a:r>
            <a:r>
              <a:rPr lang="zh-CN" altLang="en-US" b="1" dirty="0">
                <a:cs typeface="宋体" panose="02010600030101010101" pitchFamily="2" charset="-122"/>
              </a:rPr>
              <a:t>优化</a:t>
            </a:r>
            <a:r>
              <a:rPr lang="zh-TW" altLang="en-US" b="1" dirty="0">
                <a:cs typeface="PMingLiU" panose="02020500000000000000" charset="-120"/>
              </a:rPr>
              <a:t> </a:t>
            </a:r>
            <a:r>
              <a:rPr lang="en-US" altLang="zh-TW" b="1" dirty="0">
                <a:cs typeface="PMingLiU" panose="02020500000000000000" charset="-120"/>
              </a:rPr>
              <a:t>– Date </a:t>
            </a:r>
            <a:r>
              <a:rPr lang="zh-CN" altLang="en-US" b="1" dirty="0">
                <a:cs typeface="宋体" panose="02010600030101010101" pitchFamily="2" charset="-122"/>
              </a:rPr>
              <a:t>和</a:t>
            </a:r>
            <a:r>
              <a:rPr lang="zh-TW" altLang="en-US" b="1" dirty="0">
                <a:cs typeface="PMingLiU" panose="02020500000000000000" charset="-120"/>
              </a:rPr>
              <a:t> </a:t>
            </a:r>
            <a:r>
              <a:rPr lang="en-US" altLang="zh-TW" b="1" dirty="0">
                <a:cs typeface="PMingLiU" panose="02020500000000000000" charset="-120"/>
              </a:rPr>
              <a:t>Time </a:t>
            </a:r>
            <a:r>
              <a:rPr lang="zh-CN" altLang="en-US" b="1" dirty="0">
                <a:cs typeface="宋体" panose="02010600030101010101" pitchFamily="2" charset="-122"/>
              </a:rPr>
              <a:t>函数</a:t>
            </a:r>
            <a:endParaRPr lang="zh-CN" altLang="en-US" b="1" dirty="0">
              <a:cs typeface="宋体" panose="02010600030101010101" pitchFamily="2" charset="-122"/>
            </a:endParaRPr>
          </a:p>
        </p:txBody>
      </p:sp>
      <p:sp>
        <p:nvSpPr>
          <p:cNvPr id="5" name="灯片编号占位符 9"/>
          <p:cNvSpPr>
            <a:spLocks noGrp="1"/>
          </p:cNvSpPr>
          <p:nvPr>
            <p:ph type="sldNum" sz="quarter" idx="4294967295"/>
          </p:nvPr>
        </p:nvSpPr>
        <p:spPr>
          <a:xfrm>
            <a:off x="0" y="6457950"/>
            <a:ext cx="9144000" cy="365125"/>
          </a:xfrm>
          <a:prstGeom prst="rect">
            <a:avLst/>
          </a:prstGeom>
        </p:spPr>
        <p:txBody>
          <a:bodyPr vert="horz" wrap="square" lIns="91440" tIns="45720" rIns="91440" bIns="45720" numCol="1" anchor="ctr" anchorCtr="0" compatLnSpc="1"/>
          <a:lstStyle>
            <a:lvl1pPr algn="r">
              <a:defRPr sz="1200" b="0">
                <a:solidFill>
                  <a:schemeClr val="bg1">
                    <a:lumMod val="50000"/>
                  </a:schemeClr>
                </a:solidFill>
                <a:latin typeface="+mn-lt"/>
                <a:ea typeface="宋体" panose="02010600030101010101" pitchFamily="2" charset="-122"/>
              </a:defRPr>
            </a:lvl1pPr>
          </a:lstStyle>
          <a:p>
            <a:fld id="{84CFB1C9-13D2-4FCA-8E43-5D048D3AC9EF}" type="slidenum">
              <a:rPr kumimoji="1" lang="zh-CN" altLang="en-US" smtClean="0"/>
            </a:fld>
            <a:endParaRPr kumimoji="1" lang="zh-CN" altLang="en-US" dirty="0"/>
          </a:p>
        </p:txBody>
      </p:sp>
      <p:sp>
        <p:nvSpPr>
          <p:cNvPr id="8" name="内容占位符 1"/>
          <p:cNvSpPr>
            <a:spLocks noGrp="1"/>
          </p:cNvSpPr>
          <p:nvPr>
            <p:ph idx="1"/>
          </p:nvPr>
        </p:nvSpPr>
        <p:spPr>
          <a:xfrm>
            <a:off x="539552" y="1196246"/>
            <a:ext cx="7537450" cy="504056"/>
          </a:xfrm>
        </p:spPr>
        <p:txBody>
          <a:bodyPr/>
          <a:lstStyle/>
          <a:p>
            <a:r>
              <a:rPr kumimoji="1" lang="zh-CN" altLang="en-US" dirty="0"/>
              <a:t>范例：改变前的</a:t>
            </a:r>
            <a:r>
              <a:rPr kumimoji="1" lang="en-US" altLang="zh-CN" dirty="0"/>
              <a:t> SQL</a:t>
            </a:r>
            <a:endParaRPr kumimoji="1" lang="zh-CN" altLang="en-US" dirty="0"/>
          </a:p>
        </p:txBody>
      </p:sp>
      <p:sp>
        <p:nvSpPr>
          <p:cNvPr id="9" name="文本框 8"/>
          <p:cNvSpPr txBox="1"/>
          <p:nvPr/>
        </p:nvSpPr>
        <p:spPr>
          <a:xfrm>
            <a:off x="822960" y="1772285"/>
            <a:ext cx="7493635" cy="1407160"/>
          </a:xfrm>
          <a:prstGeom prst="rect">
            <a:avLst/>
          </a:prstGeom>
          <a:solidFill>
            <a:srgbClr val="D9D9D9"/>
          </a:solidFill>
          <a:ln>
            <a:solidFill>
              <a:srgbClr val="0000FF"/>
            </a:solidFill>
          </a:ln>
        </p:spPr>
        <p:txBody>
          <a:bodyPr wrap="square" rtlCol="0">
            <a:spAutoFit/>
          </a:bodyPr>
          <a:lstStyle/>
          <a:p>
            <a:pPr>
              <a:lnSpc>
                <a:spcPct val="120000"/>
              </a:lnSpc>
            </a:pPr>
            <a:r>
              <a:rPr kumimoji="1" lang="en-US" altLang="zh-CN" dirty="0">
                <a:latin typeface="微软雅黑" panose="020B0503020204020204" pitchFamily="34" charset="-122"/>
                <a:ea typeface="微软雅黑" panose="020B0503020204020204" pitchFamily="34" charset="-122"/>
                <a:cs typeface="微软雅黑" panose="020B0503020204020204" pitchFamily="34" charset="-122"/>
              </a:rPr>
              <a:t>select count(*)</a:t>
            </a:r>
            <a:br>
              <a:rPr kumimoji="1" lang="en-US" altLang="zh-CN" dirty="0">
                <a:latin typeface="微软雅黑" panose="020B0503020204020204" pitchFamily="34" charset="-122"/>
                <a:ea typeface="微软雅黑" panose="020B0503020204020204" pitchFamily="34" charset="-122"/>
                <a:cs typeface="微软雅黑" panose="020B0503020204020204" pitchFamily="34" charset="-122"/>
              </a:rPr>
            </a:br>
            <a:r>
              <a:rPr kumimoji="1" lang="en-US" altLang="zh-CN" dirty="0">
                <a:latin typeface="微软雅黑" panose="020B0503020204020204" pitchFamily="34" charset="-122"/>
                <a:ea typeface="微软雅黑" panose="020B0503020204020204" pitchFamily="34" charset="-122"/>
                <a:cs typeface="微软雅黑" panose="020B0503020204020204" pitchFamily="34" charset="-122"/>
              </a:rPr>
              <a:t>from </a:t>
            </a:r>
            <a:r>
              <a:rPr kumimoji="1" lang="en-US" altLang="zh-CN" dirty="0" err="1">
                <a:latin typeface="微软雅黑" panose="020B0503020204020204" pitchFamily="34" charset="-122"/>
                <a:ea typeface="微软雅黑" panose="020B0503020204020204" pitchFamily="34" charset="-122"/>
                <a:cs typeface="微软雅黑" panose="020B0503020204020204" pitchFamily="34" charset="-122"/>
              </a:rPr>
              <a:t>adsl_sopsadam</a:t>
            </a:r>
            <a:r>
              <a:rPr kumimoji="1" lang="en-US" altLang="zh-CN" dirty="0">
                <a:latin typeface="微软雅黑" panose="020B0503020204020204" pitchFamily="34" charset="-122"/>
                <a:ea typeface="微软雅黑" panose="020B0503020204020204" pitchFamily="34" charset="-122"/>
                <a:cs typeface="微软雅黑" panose="020B0503020204020204" pitchFamily="34" charset="-122"/>
              </a:rPr>
              <a:t> </a:t>
            </a:r>
            <a:br>
              <a:rPr kumimoji="1" lang="en-US" altLang="zh-CN" dirty="0">
                <a:latin typeface="微软雅黑" panose="020B0503020204020204" pitchFamily="34" charset="-122"/>
                <a:ea typeface="微软雅黑" panose="020B0503020204020204" pitchFamily="34" charset="-122"/>
                <a:cs typeface="微软雅黑" panose="020B0503020204020204" pitchFamily="34" charset="-122"/>
              </a:rPr>
            </a:br>
            <a:r>
              <a:rPr kumimoji="1" lang="en-US" altLang="zh-CN" dirty="0">
                <a:latin typeface="微软雅黑" panose="020B0503020204020204" pitchFamily="34" charset="-122"/>
                <a:ea typeface="微软雅黑" panose="020B0503020204020204" pitchFamily="34" charset="-122"/>
                <a:cs typeface="微软雅黑" panose="020B0503020204020204" pitchFamily="34" charset="-122"/>
              </a:rPr>
              <a:t>where </a:t>
            </a:r>
            <a:r>
              <a:rPr kumimoji="1" lang="en-US" altLang="zh-CN" dirty="0" err="1">
                <a:latin typeface="微软雅黑" panose="020B0503020204020204" pitchFamily="34" charset="-122"/>
                <a:ea typeface="微软雅黑" panose="020B0503020204020204" pitchFamily="34" charset="-122"/>
                <a:cs typeface="微软雅黑" panose="020B0503020204020204" pitchFamily="34" charset="-122"/>
              </a:rPr>
              <a:t>log_date</a:t>
            </a:r>
            <a:r>
              <a:rPr kumimoji="1" lang="en-US" altLang="zh-CN" dirty="0">
                <a:latin typeface="微软雅黑" panose="020B0503020204020204" pitchFamily="34" charset="-122"/>
                <a:ea typeface="微软雅黑" panose="020B0503020204020204" pitchFamily="34" charset="-122"/>
                <a:cs typeface="微软雅黑" panose="020B0503020204020204" pitchFamily="34" charset="-122"/>
              </a:rPr>
              <a:t>&gt; = "2007-04-22 00:00"</a:t>
            </a:r>
            <a:br>
              <a:rPr kumimoji="1" lang="en-US" altLang="zh-CN" dirty="0">
                <a:latin typeface="微软雅黑" panose="020B0503020204020204" pitchFamily="34" charset="-122"/>
                <a:ea typeface="微软雅黑" panose="020B0503020204020204" pitchFamily="34" charset="-122"/>
                <a:cs typeface="微软雅黑" panose="020B0503020204020204" pitchFamily="34" charset="-122"/>
              </a:rPr>
            </a:br>
            <a:r>
              <a:rPr kumimoji="1" lang="en-US" altLang="zh-CN" dirty="0">
                <a:latin typeface="微软雅黑" panose="020B0503020204020204" pitchFamily="34" charset="-122"/>
                <a:ea typeface="微软雅黑" panose="020B0503020204020204" pitchFamily="34" charset="-122"/>
                <a:cs typeface="微软雅黑" panose="020B0503020204020204" pitchFamily="34" charset="-122"/>
              </a:rPr>
              <a:t>and </a:t>
            </a:r>
            <a:r>
              <a:rPr kumimoji="1" lang="en-US" altLang="zh-CN" dirty="0" err="1">
                <a:latin typeface="微软雅黑" panose="020B0503020204020204" pitchFamily="34" charset="-122"/>
                <a:ea typeface="微软雅黑" panose="020B0503020204020204" pitchFamily="34" charset="-122"/>
                <a:cs typeface="微软雅黑" panose="020B0503020204020204" pitchFamily="34" charset="-122"/>
              </a:rPr>
              <a:t>log_date</a:t>
            </a:r>
            <a:r>
              <a:rPr kumimoji="1" lang="en-US" altLang="zh-CN" dirty="0">
                <a:latin typeface="微软雅黑" panose="020B0503020204020204" pitchFamily="34" charset="-122"/>
                <a:ea typeface="微软雅黑" panose="020B0503020204020204" pitchFamily="34" charset="-122"/>
                <a:cs typeface="微软雅黑" panose="020B0503020204020204" pitchFamily="34" charset="-122"/>
              </a:rPr>
              <a:t>&lt; = "2007-04-22 23:59" </a:t>
            </a:r>
            <a:endParaRPr kumimoji="1" lang="zh-CN" altLang="en-US"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 name="内容占位符 1"/>
          <p:cNvSpPr txBox="1"/>
          <p:nvPr/>
        </p:nvSpPr>
        <p:spPr bwMode="auto">
          <a:xfrm>
            <a:off x="539552" y="3500502"/>
            <a:ext cx="7537450" cy="936104"/>
          </a:xfrm>
          <a:prstGeom prst="rect">
            <a:avLst/>
          </a:prstGeom>
          <a:noFill/>
          <a:ln w="9525">
            <a:noFill/>
            <a:miter lim="800000"/>
          </a:ln>
        </p:spPr>
        <p:txBody>
          <a:bodyPr vert="horz" wrap="square" lIns="0" tIns="0" rIns="0" bIns="0" numCol="1" anchor="t" anchorCtr="0" compatLnSpc="1"/>
          <a:lstStyle>
            <a:lvl1pPr marL="227330" indent="-227330" algn="l" rtl="0" eaLnBrk="0" fontAlgn="base" hangingPunct="0">
              <a:spcBef>
                <a:spcPct val="20000"/>
              </a:spcBef>
              <a:spcAft>
                <a:spcPct val="0"/>
              </a:spcAft>
              <a:buClr>
                <a:schemeClr val="accent1"/>
              </a:buClr>
              <a:buChar char="•"/>
              <a:defRPr sz="2000">
                <a:solidFill>
                  <a:schemeClr val="tx1"/>
                </a:solidFill>
                <a:latin typeface="微软雅黑" panose="020B0503020204020204" pitchFamily="34" charset="-122"/>
                <a:ea typeface="微软雅黑" panose="020B0503020204020204" pitchFamily="34" charset="-122"/>
                <a:cs typeface="+mn-cs"/>
              </a:defRPr>
            </a:lvl1pPr>
            <a:lvl2pPr marL="570230" indent="-228600" algn="l" rtl="0" eaLnBrk="0" fontAlgn="base" hangingPunct="0">
              <a:spcBef>
                <a:spcPct val="20000"/>
              </a:spcBef>
              <a:spcAft>
                <a:spcPct val="0"/>
              </a:spcAft>
              <a:buClr>
                <a:schemeClr val="accent1"/>
              </a:buClr>
              <a:buChar char="•"/>
              <a:defRPr sz="1600">
                <a:solidFill>
                  <a:schemeClr val="tx1"/>
                </a:solidFill>
                <a:latin typeface="微软雅黑" panose="020B0503020204020204" pitchFamily="34" charset="-122"/>
                <a:ea typeface="微软雅黑" panose="020B0503020204020204" pitchFamily="34" charset="-122"/>
              </a:defRPr>
            </a:lvl2pPr>
            <a:lvl3pPr marL="914400" indent="-230505" algn="l" rtl="0" eaLnBrk="0" fontAlgn="base" hangingPunct="0">
              <a:spcBef>
                <a:spcPct val="20000"/>
              </a:spcBef>
              <a:spcAft>
                <a:spcPct val="0"/>
              </a:spcAft>
              <a:buClr>
                <a:schemeClr val="accent1"/>
              </a:buClr>
              <a:buChar char="•"/>
              <a:defRPr sz="1600">
                <a:solidFill>
                  <a:schemeClr val="tx1"/>
                </a:solidFill>
                <a:latin typeface="微软雅黑" panose="020B0503020204020204" pitchFamily="34" charset="-122"/>
                <a:ea typeface="微软雅黑" panose="020B0503020204020204" pitchFamily="34" charset="-122"/>
              </a:defRPr>
            </a:lvl3pPr>
            <a:lvl4pPr marL="1259205" indent="-230505" algn="l" rtl="0" eaLnBrk="0" fontAlgn="base" hangingPunct="0">
              <a:spcBef>
                <a:spcPct val="20000"/>
              </a:spcBef>
              <a:spcAft>
                <a:spcPct val="0"/>
              </a:spcAft>
              <a:buClr>
                <a:schemeClr val="accent1"/>
              </a:buClr>
              <a:buChar char="•"/>
              <a:defRPr sz="1600">
                <a:solidFill>
                  <a:schemeClr val="tx1"/>
                </a:solidFill>
                <a:latin typeface="微软雅黑" panose="020B0503020204020204" pitchFamily="34" charset="-122"/>
                <a:ea typeface="微软雅黑" panose="020B0503020204020204" pitchFamily="34" charset="-122"/>
              </a:defRPr>
            </a:lvl4pPr>
            <a:lvl5pPr marL="1602105" indent="-228600" algn="l" rtl="0" eaLnBrk="0" fontAlgn="base" hangingPunct="0">
              <a:spcBef>
                <a:spcPct val="20000"/>
              </a:spcBef>
              <a:spcAft>
                <a:spcPct val="0"/>
              </a:spcAft>
              <a:buClr>
                <a:schemeClr val="accent1"/>
              </a:buClr>
              <a:buChar char="•"/>
              <a:defRPr sz="1600">
                <a:solidFill>
                  <a:schemeClr val="tx1"/>
                </a:solidFill>
                <a:latin typeface="微软雅黑" panose="020B0503020204020204" pitchFamily="34" charset="-122"/>
                <a:ea typeface="微软雅黑" panose="020B0503020204020204" pitchFamily="34" charset="-122"/>
              </a:defRPr>
            </a:lvl5pPr>
            <a:lvl6pPr marL="2059305" indent="-228600" algn="l" rtl="0" fontAlgn="base">
              <a:spcBef>
                <a:spcPct val="20000"/>
              </a:spcBef>
              <a:spcAft>
                <a:spcPct val="0"/>
              </a:spcAft>
              <a:buClr>
                <a:schemeClr val="accent1"/>
              </a:buClr>
              <a:buChar char="•"/>
              <a:defRPr sz="2000">
                <a:solidFill>
                  <a:schemeClr val="tx1"/>
                </a:solidFill>
                <a:latin typeface="+mn-lt"/>
              </a:defRPr>
            </a:lvl6pPr>
            <a:lvl7pPr marL="2516505" indent="-228600" algn="l" rtl="0" fontAlgn="base">
              <a:spcBef>
                <a:spcPct val="20000"/>
              </a:spcBef>
              <a:spcAft>
                <a:spcPct val="0"/>
              </a:spcAft>
              <a:buClr>
                <a:schemeClr val="accent1"/>
              </a:buClr>
              <a:buChar char="•"/>
              <a:defRPr sz="2000">
                <a:solidFill>
                  <a:schemeClr val="tx1"/>
                </a:solidFill>
                <a:latin typeface="+mn-lt"/>
              </a:defRPr>
            </a:lvl7pPr>
            <a:lvl8pPr marL="2973705" indent="-228600" algn="l" rtl="0" fontAlgn="base">
              <a:spcBef>
                <a:spcPct val="20000"/>
              </a:spcBef>
              <a:spcAft>
                <a:spcPct val="0"/>
              </a:spcAft>
              <a:buClr>
                <a:schemeClr val="accent1"/>
              </a:buClr>
              <a:buChar char="•"/>
              <a:defRPr sz="2000">
                <a:solidFill>
                  <a:schemeClr val="tx1"/>
                </a:solidFill>
                <a:latin typeface="+mn-lt"/>
              </a:defRPr>
            </a:lvl8pPr>
            <a:lvl9pPr marL="3430905" indent="-228600" algn="l" rtl="0" fontAlgn="base">
              <a:spcBef>
                <a:spcPct val="20000"/>
              </a:spcBef>
              <a:spcAft>
                <a:spcPct val="0"/>
              </a:spcAft>
              <a:buClr>
                <a:schemeClr val="accent1"/>
              </a:buClr>
              <a:buChar char="•"/>
              <a:defRPr sz="2000">
                <a:solidFill>
                  <a:schemeClr val="tx1"/>
                </a:solidFill>
                <a:latin typeface="+mn-lt"/>
              </a:defRPr>
            </a:lvl9pPr>
          </a:lstStyle>
          <a:p>
            <a:r>
              <a:rPr kumimoji="1" lang="zh-CN" altLang="en-US" dirty="0"/>
              <a:t>范例：改变后的</a:t>
            </a:r>
            <a:r>
              <a:rPr kumimoji="1" lang="en-US" altLang="zh-CN" dirty="0"/>
              <a:t> SQL</a:t>
            </a:r>
            <a:r>
              <a:rPr kumimoji="1" lang="zh-CN" altLang="en-US" dirty="0"/>
              <a:t>，强制的读取</a:t>
            </a:r>
            <a:r>
              <a:rPr kumimoji="1" lang="en-US" altLang="zh-CN" dirty="0"/>
              <a:t> </a:t>
            </a:r>
            <a:r>
              <a:rPr kumimoji="1" lang="zh-CN" altLang="en-US" dirty="0"/>
              <a:t>表的顺序</a:t>
            </a:r>
            <a:endParaRPr kumimoji="1" lang="zh-CN" altLang="en-US" dirty="0"/>
          </a:p>
          <a:p>
            <a:pPr>
              <a:lnSpc>
                <a:spcPct val="130000"/>
              </a:lnSpc>
            </a:pPr>
            <a:r>
              <a:rPr kumimoji="1" lang="zh-CN" altLang="en-US" dirty="0"/>
              <a:t>使用：</a:t>
            </a:r>
            <a:r>
              <a:rPr kumimoji="1" lang="en-US" altLang="zh-CN" dirty="0">
                <a:latin typeface="微软雅黑" panose="020B0503020204020204" pitchFamily="34" charset="-122"/>
                <a:ea typeface="微软雅黑" panose="020B0503020204020204" pitchFamily="34" charset="-122"/>
                <a:cs typeface="微软雅黑" panose="020B0503020204020204" pitchFamily="34" charset="-122"/>
              </a:rPr>
              <a:t>DATE(‘04/22/2007’) </a:t>
            </a:r>
            <a:r>
              <a:rPr kumimoji="1" lang="zh-CN" altLang="en-US" dirty="0">
                <a:latin typeface="微软雅黑" panose="020B0503020204020204" pitchFamily="34" charset="-122"/>
                <a:ea typeface="微软雅黑" panose="020B0503020204020204" pitchFamily="34" charset="-122"/>
                <a:cs typeface="微软雅黑" panose="020B0503020204020204" pitchFamily="34" charset="-122"/>
              </a:rPr>
              <a:t>函数</a:t>
            </a:r>
            <a:endParaRPr kumimoji="1" lang="zh-CN" altLang="en-US" dirty="0">
              <a:latin typeface="微软雅黑" panose="020B0503020204020204" pitchFamily="34" charset="-122"/>
              <a:ea typeface="微软雅黑" panose="020B0503020204020204" pitchFamily="34" charset="-122"/>
              <a:cs typeface="微软雅黑" panose="020B0503020204020204" pitchFamily="34" charset="-122"/>
            </a:endParaRPr>
          </a:p>
          <a:p>
            <a:endParaRPr kumimoji="1" lang="zh-CN" altLang="en-US" dirty="0"/>
          </a:p>
        </p:txBody>
      </p:sp>
      <p:sp>
        <p:nvSpPr>
          <p:cNvPr id="11" name="文本框 10"/>
          <p:cNvSpPr txBox="1"/>
          <p:nvPr/>
        </p:nvSpPr>
        <p:spPr>
          <a:xfrm>
            <a:off x="829310" y="4436745"/>
            <a:ext cx="7414895" cy="1160145"/>
          </a:xfrm>
          <a:prstGeom prst="rect">
            <a:avLst/>
          </a:prstGeom>
          <a:solidFill>
            <a:srgbClr val="D9D9D9"/>
          </a:solidFill>
          <a:ln>
            <a:solidFill>
              <a:srgbClr val="0000FF"/>
            </a:solidFill>
          </a:ln>
        </p:spPr>
        <p:txBody>
          <a:bodyPr wrap="square" rtlCol="0">
            <a:spAutoFit/>
          </a:bodyPr>
          <a:lstStyle/>
          <a:p>
            <a:pPr>
              <a:lnSpc>
                <a:spcPct val="130000"/>
              </a:lnSpc>
            </a:pPr>
            <a:r>
              <a:rPr kumimoji="1" lang="en-US" altLang="zh-CN" dirty="0">
                <a:latin typeface="微软雅黑" panose="020B0503020204020204" pitchFamily="34" charset="-122"/>
                <a:ea typeface="微软雅黑" panose="020B0503020204020204" pitchFamily="34" charset="-122"/>
                <a:cs typeface="微软雅黑" panose="020B0503020204020204" pitchFamily="34" charset="-122"/>
              </a:rPr>
              <a:t>select count(*)</a:t>
            </a:r>
            <a:br>
              <a:rPr kumimoji="1" lang="en-US" altLang="zh-CN" dirty="0">
                <a:latin typeface="微软雅黑" panose="020B0503020204020204" pitchFamily="34" charset="-122"/>
                <a:ea typeface="微软雅黑" panose="020B0503020204020204" pitchFamily="34" charset="-122"/>
                <a:cs typeface="微软雅黑" panose="020B0503020204020204" pitchFamily="34" charset="-122"/>
              </a:rPr>
            </a:br>
            <a:r>
              <a:rPr kumimoji="1" lang="en-US" altLang="zh-CN" dirty="0">
                <a:latin typeface="微软雅黑" panose="020B0503020204020204" pitchFamily="34" charset="-122"/>
                <a:ea typeface="微软雅黑" panose="020B0503020204020204" pitchFamily="34" charset="-122"/>
                <a:cs typeface="微软雅黑" panose="020B0503020204020204" pitchFamily="34" charset="-122"/>
              </a:rPr>
              <a:t>from </a:t>
            </a:r>
            <a:r>
              <a:rPr kumimoji="1" lang="en-US" altLang="zh-CN" dirty="0" err="1">
                <a:latin typeface="微软雅黑" panose="020B0503020204020204" pitchFamily="34" charset="-122"/>
                <a:ea typeface="微软雅黑" panose="020B0503020204020204" pitchFamily="34" charset="-122"/>
                <a:cs typeface="微软雅黑" panose="020B0503020204020204" pitchFamily="34" charset="-122"/>
              </a:rPr>
              <a:t>adsl_sopsadam</a:t>
            </a:r>
            <a:br>
              <a:rPr kumimoji="1" lang="en-US" altLang="zh-CN" dirty="0">
                <a:latin typeface="微软雅黑" panose="020B0503020204020204" pitchFamily="34" charset="-122"/>
                <a:ea typeface="微软雅黑" panose="020B0503020204020204" pitchFamily="34" charset="-122"/>
                <a:cs typeface="微软雅黑" panose="020B0503020204020204" pitchFamily="34" charset="-122"/>
              </a:rPr>
            </a:br>
            <a:r>
              <a:rPr kumimoji="1" lang="en-US" altLang="zh-CN" dirty="0">
                <a:latin typeface="微软雅黑" panose="020B0503020204020204" pitchFamily="34" charset="-122"/>
                <a:ea typeface="微软雅黑" panose="020B0503020204020204" pitchFamily="34" charset="-122"/>
                <a:cs typeface="微软雅黑" panose="020B0503020204020204" pitchFamily="34" charset="-122"/>
              </a:rPr>
              <a:t>where </a:t>
            </a:r>
            <a:r>
              <a:rPr kumimoji="1" lang="en-US" altLang="zh-CN" dirty="0" err="1">
                <a:latin typeface="微软雅黑" panose="020B0503020204020204" pitchFamily="34" charset="-122"/>
                <a:ea typeface="微软雅黑" panose="020B0503020204020204" pitchFamily="34" charset="-122"/>
                <a:cs typeface="微软雅黑" panose="020B0503020204020204" pitchFamily="34" charset="-122"/>
              </a:rPr>
              <a:t>log_date</a:t>
            </a:r>
            <a:r>
              <a:rPr kumimoji="1" lang="en-US" altLang="zh-CN" dirty="0">
                <a:latin typeface="微软雅黑" panose="020B0503020204020204" pitchFamily="34" charset="-122"/>
                <a:ea typeface="微软雅黑" panose="020B0503020204020204" pitchFamily="34" charset="-122"/>
                <a:cs typeface="微软雅黑" panose="020B0503020204020204" pitchFamily="34" charset="-122"/>
              </a:rPr>
              <a:t> = DATE('04/22/2007') </a:t>
            </a:r>
            <a:endParaRPr kumimoji="1" lang="zh-CN" altLang="en-US"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2" name="圆角矩形标注 11"/>
          <p:cNvSpPr/>
          <p:nvPr/>
        </p:nvSpPr>
        <p:spPr bwMode="auto">
          <a:xfrm>
            <a:off x="5361682" y="4951070"/>
            <a:ext cx="1656184" cy="383794"/>
          </a:xfrm>
          <a:prstGeom prst="wedgeRoundRectCallout">
            <a:avLst>
              <a:gd name="adj1" fmla="val -69107"/>
              <a:gd name="adj2" fmla="val 56129"/>
              <a:gd name="adj3" fmla="val 16667"/>
            </a:avLst>
          </a:prstGeom>
          <a:solidFill>
            <a:srgbClr val="FFFF00"/>
          </a:solidFill>
          <a:ln w="9525" cap="flat" cmpd="sng" algn="ctr">
            <a:solidFill>
              <a:srgbClr val="0000FF"/>
            </a:solidFill>
            <a:prstDash val="solid"/>
            <a:round/>
            <a:headEnd type="none" w="med" len="med"/>
            <a:tailEnd type="none" w="med" len="med"/>
          </a:ln>
          <a:effectLst/>
        </p:spPr>
        <p:txBody>
          <a:bodyPr vert="horz" wrap="square" lIns="92075" tIns="46038" rIns="92075" bIns="46038" numCol="1" rtlCol="0" anchor="t" anchorCtr="0" compatLnSpc="1">
            <a:spAutoFit/>
          </a:bodyPr>
          <a:lstStyle/>
          <a:p>
            <a:pPr marL="119380" indent="-119380" algn="ctr" fontAlgn="base">
              <a:lnSpc>
                <a:spcPct val="90000"/>
              </a:lnSpc>
              <a:spcBef>
                <a:spcPct val="50000"/>
              </a:spcBef>
              <a:spcAft>
                <a:spcPct val="0"/>
              </a:spcAft>
              <a:buClr>
                <a:schemeClr val="accent1"/>
              </a:buClr>
            </a:pPr>
            <a:r>
              <a:rPr kumimoji="0" lang="zh-CN" altLang="en-US"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只需日期</a:t>
            </a:r>
            <a:endParaRPr kumimoji="0" lang="zh-CN" altLang="en-US"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3" name="圆角矩形标注 12"/>
          <p:cNvSpPr/>
          <p:nvPr/>
        </p:nvSpPr>
        <p:spPr bwMode="auto">
          <a:xfrm>
            <a:off x="5508104" y="2204864"/>
            <a:ext cx="1656184" cy="383794"/>
          </a:xfrm>
          <a:prstGeom prst="wedgeRoundRectCallout">
            <a:avLst>
              <a:gd name="adj1" fmla="val -76853"/>
              <a:gd name="adj2" fmla="val 112949"/>
              <a:gd name="adj3" fmla="val 16667"/>
            </a:avLst>
          </a:prstGeom>
          <a:solidFill>
            <a:srgbClr val="FFFF00"/>
          </a:solidFill>
          <a:ln w="9525" cap="flat" cmpd="sng" algn="ctr">
            <a:solidFill>
              <a:srgbClr val="0000FF"/>
            </a:solidFill>
            <a:prstDash val="solid"/>
            <a:round/>
            <a:headEnd type="none" w="med" len="med"/>
            <a:tailEnd type="none" w="med" len="med"/>
          </a:ln>
          <a:effectLst/>
        </p:spPr>
        <p:txBody>
          <a:bodyPr vert="horz" wrap="square" lIns="92075" tIns="46038" rIns="92075" bIns="46038" numCol="1" rtlCol="0" anchor="t" anchorCtr="0" compatLnSpc="1">
            <a:spAutoFit/>
          </a:bodyPr>
          <a:lstStyle/>
          <a:p>
            <a:pPr marL="119380" indent="-119380" algn="ctr" fontAlgn="base">
              <a:lnSpc>
                <a:spcPct val="90000"/>
              </a:lnSpc>
              <a:spcBef>
                <a:spcPct val="50000"/>
              </a:spcBef>
              <a:spcAft>
                <a:spcPct val="0"/>
              </a:spcAft>
              <a:buClr>
                <a:schemeClr val="accent1"/>
              </a:buClr>
            </a:pPr>
            <a:r>
              <a:rPr kumimoji="0" lang="zh-CN" altLang="en-US"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无意义的区间</a:t>
            </a:r>
            <a:endParaRPr kumimoji="0" lang="zh-CN" altLang="en-US"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algn="l"/>
            <a:r>
              <a:rPr lang="en-US" altLang="zh-TW" b="1" dirty="0">
                <a:cs typeface="PMingLiU" panose="02020500000000000000" charset="-120"/>
              </a:rPr>
              <a:t>SQL </a:t>
            </a:r>
            <a:r>
              <a:rPr lang="zh-CN" altLang="en-US" b="1" dirty="0">
                <a:cs typeface="PMingLiU" panose="02020500000000000000" charset="-120"/>
              </a:rPr>
              <a:t>优化</a:t>
            </a:r>
            <a:r>
              <a:rPr lang="zh-TW" altLang="en-US" b="1" dirty="0">
                <a:cs typeface="PMingLiU" panose="02020500000000000000" charset="-120"/>
              </a:rPr>
              <a:t> </a:t>
            </a:r>
            <a:r>
              <a:rPr lang="en-US" altLang="zh-TW" b="1" dirty="0">
                <a:cs typeface="PMingLiU" panose="02020500000000000000" charset="-120"/>
              </a:rPr>
              <a:t>– </a:t>
            </a:r>
            <a:r>
              <a:rPr lang="zh-CN" altLang="en-US" b="1" dirty="0">
                <a:cs typeface="宋体" panose="02010600030101010101" pitchFamily="2" charset="-122"/>
              </a:rPr>
              <a:t>正则表达式</a:t>
            </a:r>
            <a:endParaRPr lang="zh-CN" altLang="en-US" b="1" dirty="0">
              <a:cs typeface="宋体" panose="02010600030101010101" pitchFamily="2" charset="-122"/>
            </a:endParaRPr>
          </a:p>
        </p:txBody>
      </p:sp>
      <p:sp>
        <p:nvSpPr>
          <p:cNvPr id="32771" name="Rectangle 3"/>
          <p:cNvSpPr>
            <a:spLocks noGrp="1" noChangeArrowheads="1"/>
          </p:cNvSpPr>
          <p:nvPr>
            <p:ph type="body" sz="half" idx="4294967295"/>
          </p:nvPr>
        </p:nvSpPr>
        <p:spPr>
          <a:xfrm>
            <a:off x="539552" y="1052736"/>
            <a:ext cx="7848600" cy="3168352"/>
          </a:xfrm>
        </p:spPr>
        <p:txBody>
          <a:bodyPr/>
          <a:lstStyle/>
          <a:p>
            <a:pPr>
              <a:lnSpc>
                <a:spcPct val="120000"/>
              </a:lnSpc>
            </a:pPr>
            <a:r>
              <a:rPr lang="en-US" altLang="zh-CN" dirty="0">
                <a:latin typeface="微软雅黑" panose="020B0503020204020204" pitchFamily="34" charset="-122"/>
                <a:ea typeface="微软雅黑" panose="020B0503020204020204" pitchFamily="34" charset="-122"/>
                <a:cs typeface="微软雅黑" panose="020B0503020204020204" pitchFamily="34" charset="-122"/>
              </a:rPr>
              <a:t>SQL</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指令的优化</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－正确的使用</a:t>
            </a:r>
            <a:r>
              <a:rPr lang="zh-CN" altLang="en-US" dirty="0">
                <a:cs typeface="宋体" panose="02010600030101010101" pitchFamily="2" charset="-122"/>
              </a:rPr>
              <a:t>正则表达式</a:t>
            </a:r>
            <a:endParaRPr lang="zh-CN" altLang="en-US" dirty="0">
              <a:cs typeface="宋体" panose="02010600030101010101" pitchFamily="2" charset="-122"/>
            </a:endParaRPr>
          </a:p>
          <a:p>
            <a:pPr>
              <a:lnSpc>
                <a:spcPct val="120000"/>
              </a:lnSpc>
            </a:pPr>
            <a:endParaRPr lang="zh-CN" altLang="en-US" dirty="0">
              <a:cs typeface="宋体" panose="02010600030101010101" pitchFamily="2" charset="-122"/>
            </a:endParaRPr>
          </a:p>
          <a:p>
            <a:pPr>
              <a:lnSpc>
                <a:spcPct val="120000"/>
              </a:lnSpc>
            </a:pPr>
            <a:r>
              <a:rPr lang="zh-CN" altLang="en-US" dirty="0">
                <a:cs typeface="宋体" panose="02010600030101010101" pitchFamily="2" charset="-122"/>
              </a:rPr>
              <a:t>正则表达式</a:t>
            </a:r>
            <a:endParaRPr lang="zh-CN" altLang="en-US" dirty="0">
              <a:cs typeface="宋体" panose="02010600030101010101" pitchFamily="2" charset="-122"/>
            </a:endParaRPr>
          </a:p>
          <a:p>
            <a:pPr lvl="1">
              <a:lnSpc>
                <a:spcPct val="120000"/>
              </a:lnSpc>
              <a:spcBef>
                <a:spcPct val="0"/>
              </a:spcBef>
              <a:spcAft>
                <a:spcPct val="0"/>
              </a:spcAft>
            </a:pPr>
            <a:r>
              <a:rPr lang="en-US" altLang="zh-CN" sz="1800" dirty="0">
                <a:cs typeface="宋体" panose="02010600030101010101" pitchFamily="2" charset="-122"/>
              </a:rPr>
              <a:t>MATCHES and LIKE </a:t>
            </a:r>
            <a:r>
              <a:rPr lang="zh-CN" altLang="en-US" sz="1800" dirty="0">
                <a:cs typeface="宋体" panose="02010600030101010101" pitchFamily="2" charset="-122"/>
              </a:rPr>
              <a:t>关键字支持通配符，通配符也是正则表达式</a:t>
            </a:r>
            <a:endParaRPr lang="zh-CN" altLang="en-US" sz="1800" dirty="0">
              <a:cs typeface="宋体" panose="02010600030101010101" pitchFamily="2" charset="-122"/>
            </a:endParaRPr>
          </a:p>
          <a:p>
            <a:pPr lvl="1">
              <a:lnSpc>
                <a:spcPct val="120000"/>
              </a:lnSpc>
              <a:spcBef>
                <a:spcPct val="0"/>
              </a:spcBef>
              <a:spcAft>
                <a:spcPct val="0"/>
              </a:spcAft>
            </a:pPr>
            <a:endParaRPr lang="en-US" altLang="zh-CN" sz="1800" dirty="0">
              <a:cs typeface="宋体" panose="02010600030101010101" pitchFamily="2" charset="-122"/>
            </a:endParaRPr>
          </a:p>
          <a:p>
            <a:pPr>
              <a:lnSpc>
                <a:spcPct val="120000"/>
              </a:lnSpc>
            </a:pPr>
            <a:r>
              <a:rPr lang="zh-CN" altLang="en-US" dirty="0">
                <a:cs typeface="宋体" panose="02010600030101010101" pitchFamily="2" charset="-122"/>
              </a:rPr>
              <a:t>避免复杂的正则表达式</a:t>
            </a:r>
            <a:endParaRPr lang="zh-CN" altLang="en-US" dirty="0">
              <a:cs typeface="宋体" panose="02010600030101010101" pitchFamily="2" charset="-122"/>
            </a:endParaRPr>
          </a:p>
          <a:p>
            <a:pPr>
              <a:lnSpc>
                <a:spcPct val="120000"/>
              </a:lnSpc>
            </a:pPr>
            <a:endParaRPr lang="zh-CN" altLang="en-US" dirty="0">
              <a:cs typeface="宋体" panose="02010600030101010101" pitchFamily="2" charset="-122"/>
            </a:endParaRPr>
          </a:p>
          <a:p>
            <a:pPr>
              <a:lnSpc>
                <a:spcPct val="120000"/>
              </a:lnSpc>
            </a:pPr>
            <a:r>
              <a:rPr lang="zh-CN" altLang="en-US" dirty="0">
                <a:cs typeface="宋体" panose="02010600030101010101" pitchFamily="2" charset="-122"/>
              </a:rPr>
              <a:t>尽量</a:t>
            </a:r>
            <a:r>
              <a:rPr lang="zh-CN" altLang="en-US" dirty="0">
                <a:solidFill>
                  <a:srgbClr val="0000FF"/>
                </a:solidFill>
                <a:cs typeface="宋体" panose="02010600030101010101" pitchFamily="2" charset="-122"/>
              </a:rPr>
              <a:t>避免</a:t>
            </a:r>
            <a:r>
              <a:rPr lang="zh-CN" altLang="en-US" dirty="0">
                <a:cs typeface="宋体" panose="02010600030101010101" pitchFamily="2" charset="-122"/>
              </a:rPr>
              <a:t>正则表达式的首位是通配符</a:t>
            </a:r>
            <a:endParaRPr lang="zh-CN" altLang="en-US" dirty="0">
              <a:cs typeface="宋体" panose="02010600030101010101" pitchFamily="2" charset="-122"/>
            </a:endParaRPr>
          </a:p>
          <a:p>
            <a:pPr lvl="1">
              <a:lnSpc>
                <a:spcPct val="120000"/>
              </a:lnSpc>
              <a:spcBef>
                <a:spcPct val="0"/>
              </a:spcBef>
              <a:spcAft>
                <a:spcPct val="0"/>
              </a:spcAft>
            </a:pPr>
            <a:r>
              <a:rPr lang="en-US" altLang="zh-CN" sz="1800" dirty="0">
                <a:cs typeface="宋体" panose="02010600030101010101" pitchFamily="2" charset="-122"/>
              </a:rPr>
              <a:t>LIKE ‘</a:t>
            </a:r>
            <a:r>
              <a:rPr lang="en-US" altLang="zh-CN" sz="1800" dirty="0" err="1">
                <a:cs typeface="宋体" panose="02010600030101010101" pitchFamily="2" charset="-122"/>
              </a:rPr>
              <a:t>jinan</a:t>
            </a:r>
            <a:r>
              <a:rPr lang="en-US" altLang="zh-CN" sz="1800" dirty="0">
                <a:cs typeface="宋体" panose="02010600030101010101" pitchFamily="2" charset="-122"/>
              </a:rPr>
              <a:t>%’ – </a:t>
            </a:r>
            <a:r>
              <a:rPr lang="zh-CN" altLang="en-US" sz="1800" dirty="0">
                <a:cs typeface="宋体" panose="02010600030101010101" pitchFamily="2" charset="-122"/>
              </a:rPr>
              <a:t>查询时间较短</a:t>
            </a:r>
            <a:endParaRPr lang="zh-CN" altLang="en-US" sz="1800" dirty="0">
              <a:cs typeface="宋体" panose="02010600030101010101" pitchFamily="2" charset="-122"/>
            </a:endParaRPr>
          </a:p>
          <a:p>
            <a:pPr lvl="1">
              <a:lnSpc>
                <a:spcPct val="120000"/>
              </a:lnSpc>
              <a:spcBef>
                <a:spcPct val="0"/>
              </a:spcBef>
              <a:spcAft>
                <a:spcPct val="0"/>
              </a:spcAft>
            </a:pPr>
            <a:r>
              <a:rPr lang="en-US" altLang="zh-CN" sz="1800" dirty="0">
                <a:cs typeface="宋体" panose="02010600030101010101" pitchFamily="2" charset="-122"/>
              </a:rPr>
              <a:t>LIKE ‘</a:t>
            </a:r>
            <a:r>
              <a:rPr lang="en-US" altLang="zh-CN" sz="1800" dirty="0">
                <a:solidFill>
                  <a:srgbClr val="0000FF"/>
                </a:solidFill>
                <a:cs typeface="宋体" panose="02010600030101010101" pitchFamily="2" charset="-122"/>
              </a:rPr>
              <a:t>%</a:t>
            </a:r>
            <a:r>
              <a:rPr lang="en-US" altLang="zh-CN" sz="1800" dirty="0" err="1">
                <a:cs typeface="宋体" panose="02010600030101010101" pitchFamily="2" charset="-122"/>
              </a:rPr>
              <a:t>nan</a:t>
            </a:r>
            <a:r>
              <a:rPr lang="en-US" altLang="zh-CN" sz="1800" dirty="0">
                <a:cs typeface="宋体" panose="02010600030101010101" pitchFamily="2" charset="-122"/>
              </a:rPr>
              <a:t>%’ – </a:t>
            </a:r>
            <a:r>
              <a:rPr lang="zh-CN" altLang="en-US" sz="1800" dirty="0">
                <a:solidFill>
                  <a:srgbClr val="0000FF"/>
                </a:solidFill>
                <a:cs typeface="宋体" panose="02010600030101010101" pitchFamily="2" charset="-122"/>
              </a:rPr>
              <a:t>查询时间较长</a:t>
            </a:r>
            <a:endParaRPr lang="zh-CN" altLang="en-US" sz="1800" dirty="0">
              <a:solidFill>
                <a:srgbClr val="0000FF"/>
              </a:solidFill>
              <a:cs typeface="宋体" panose="02010600030101010101" pitchFamily="2" charset="-122"/>
            </a:endParaRPr>
          </a:p>
        </p:txBody>
      </p:sp>
      <p:sp>
        <p:nvSpPr>
          <p:cNvPr id="5" name="灯片编号占位符 9"/>
          <p:cNvSpPr>
            <a:spLocks noGrp="1"/>
          </p:cNvSpPr>
          <p:nvPr>
            <p:ph type="sldNum" sz="quarter" idx="4294967295"/>
          </p:nvPr>
        </p:nvSpPr>
        <p:spPr>
          <a:xfrm>
            <a:off x="0" y="6457950"/>
            <a:ext cx="9144000" cy="365125"/>
          </a:xfrm>
          <a:prstGeom prst="rect">
            <a:avLst/>
          </a:prstGeom>
        </p:spPr>
        <p:txBody>
          <a:bodyPr vert="horz" wrap="square" lIns="91440" tIns="45720" rIns="91440" bIns="45720" numCol="1" anchor="ctr" anchorCtr="0" compatLnSpc="1"/>
          <a:lstStyle>
            <a:lvl1pPr algn="r">
              <a:defRPr sz="1200" b="0">
                <a:solidFill>
                  <a:schemeClr val="bg1">
                    <a:lumMod val="50000"/>
                  </a:schemeClr>
                </a:solidFill>
                <a:latin typeface="+mn-lt"/>
                <a:ea typeface="宋体" panose="02010600030101010101" pitchFamily="2" charset="-122"/>
              </a:defRPr>
            </a:lvl1pPr>
          </a:lstStyle>
          <a:p>
            <a:fld id="{84CFB1C9-13D2-4FCA-8E43-5D048D3AC9EF}" type="slidenum">
              <a:rPr kumimoji="1" lang="zh-CN" altLang="en-US" smtClean="0"/>
            </a:fld>
            <a:endParaRPr kumimoji="1" lang="zh-CN" altLang="en-US" dirty="0"/>
          </a:p>
        </p:txBody>
      </p:sp>
      <p:sp>
        <p:nvSpPr>
          <p:cNvPr id="3" name="文本框 2"/>
          <p:cNvSpPr txBox="1"/>
          <p:nvPr/>
        </p:nvSpPr>
        <p:spPr>
          <a:xfrm>
            <a:off x="611560" y="5353670"/>
            <a:ext cx="7776864" cy="369332"/>
          </a:xfrm>
          <a:prstGeom prst="rect">
            <a:avLst/>
          </a:prstGeom>
          <a:solidFill>
            <a:srgbClr val="D9D9D9"/>
          </a:solidFill>
          <a:ln>
            <a:solidFill>
              <a:srgbClr val="0000FF"/>
            </a:solidFill>
          </a:ln>
        </p:spPr>
        <p:txBody>
          <a:bodyPr wrap="square" rtlCol="0">
            <a:spAutoFit/>
          </a:bodyPr>
          <a:lstStyle/>
          <a:p>
            <a:pPr lvl="0"/>
            <a:r>
              <a:rPr kumimoji="1" lang="en-US" altLang="zh-TW"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SELECT * FROM customer WHERE </a:t>
            </a:r>
            <a:r>
              <a:rPr kumimoji="1" lang="en-US" altLang="zh-TW" b="1"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fname</a:t>
            </a:r>
            <a:r>
              <a:rPr kumimoji="1" lang="en-US" altLang="zh-TW"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NOT LIKE '%y’</a:t>
            </a:r>
            <a:endParaRPr kumimoji="1" lang="en-US" altLang="zh-TW"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椭圆形标注 3"/>
          <p:cNvSpPr/>
          <p:nvPr/>
        </p:nvSpPr>
        <p:spPr bwMode="auto">
          <a:xfrm>
            <a:off x="6799679" y="4523864"/>
            <a:ext cx="1368152" cy="487794"/>
          </a:xfrm>
          <a:prstGeom prst="wedgeEllipseCallout">
            <a:avLst>
              <a:gd name="adj1" fmla="val -55640"/>
              <a:gd name="adj2" fmla="val 112663"/>
            </a:avLst>
          </a:prstGeom>
          <a:solidFill>
            <a:srgbClr val="FFFF00"/>
          </a:solidFill>
          <a:ln w="9525" cap="flat" cmpd="sng" algn="ctr">
            <a:solidFill>
              <a:srgbClr val="3366FF"/>
            </a:solidFill>
            <a:prstDash val="solid"/>
            <a:round/>
            <a:headEnd type="none" w="med" len="med"/>
            <a:tailEnd type="none" w="med" len="med"/>
          </a:ln>
          <a:effectLst/>
        </p:spPr>
        <p:txBody>
          <a:bodyPr vert="horz" wrap="square" lIns="92075" tIns="46038" rIns="92075" bIns="46038" numCol="1" rtlCol="0" anchor="t" anchorCtr="0" compatLnSpc="1">
            <a:spAutoFit/>
          </a:bodyPr>
          <a:lstStyle/>
          <a:p>
            <a:pPr marL="119380" marR="0" indent="-119380" algn="ctr" defTabSz="914400" rtl="0" eaLnBrk="1" fontAlgn="base" latinLnBrk="0" hangingPunct="1">
              <a:lnSpc>
                <a:spcPct val="90000"/>
              </a:lnSpc>
              <a:spcBef>
                <a:spcPct val="50000"/>
              </a:spcBef>
              <a:spcAft>
                <a:spcPct val="0"/>
              </a:spcAft>
              <a:buClr>
                <a:schemeClr val="accent1"/>
              </a:buClr>
              <a:buSzTx/>
              <a:buFontTx/>
              <a:buNone/>
            </a:pPr>
            <a:r>
              <a:rPr kumimoji="0" lang="zh-CN" altLang="en-US" b="1" i="0" u="none" strike="noStrike" cap="none" normalizeH="0" baseline="0" dirty="0">
                <a:ln>
                  <a:noFill/>
                </a:ln>
                <a:solidFill>
                  <a:schemeClr val="tx1"/>
                </a:solidFill>
                <a:effectLst/>
                <a:latin typeface="Arial" panose="020B0604020202020204" pitchFamily="34" charset="0"/>
              </a:rPr>
              <a:t>耗时长</a:t>
            </a:r>
            <a:endParaRPr kumimoji="0" lang="zh-CN" altLang="en-US" b="1"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algn="l" eaLnBrk="1" hangingPunct="1"/>
            <a:r>
              <a:rPr lang="en-US" altLang="zh-TW" b="1" dirty="0">
                <a:cs typeface="PMingLiU" panose="02020500000000000000" charset="-120"/>
              </a:rPr>
              <a:t>SQL </a:t>
            </a:r>
            <a:r>
              <a:rPr lang="zh-CN" altLang="en-US" b="1" dirty="0">
                <a:cs typeface="GungsuhChe" panose="02030609000101010101" charset="-127"/>
              </a:rPr>
              <a:t>优化</a:t>
            </a:r>
            <a:r>
              <a:rPr lang="zh-TW" altLang="en-US" b="1" dirty="0">
                <a:cs typeface="PMingLiU" panose="02020500000000000000" charset="-120"/>
              </a:rPr>
              <a:t> </a:t>
            </a:r>
            <a:r>
              <a:rPr lang="en-US" altLang="zh-TW" b="1" dirty="0">
                <a:cs typeface="PMingLiU" panose="02020500000000000000" charset="-120"/>
              </a:rPr>
              <a:t>– </a:t>
            </a:r>
            <a:r>
              <a:rPr lang="zh-CN" altLang="en-US" b="1" dirty="0">
                <a:cs typeface="宋体" panose="02010600030101010101" pitchFamily="2" charset="-122"/>
              </a:rPr>
              <a:t>不包含首位的子字符串</a:t>
            </a:r>
            <a:r>
              <a:rPr lang="en-US" altLang="zh-CN" dirty="0">
                <a:cs typeface="宋体" panose="02010600030101010101" pitchFamily="2" charset="-122"/>
              </a:rPr>
              <a:t>(1)</a:t>
            </a:r>
            <a:endParaRPr lang="en-US" altLang="zh-TW" b="1" dirty="0">
              <a:cs typeface="宋体" panose="02010600030101010101" pitchFamily="2" charset="-122"/>
            </a:endParaRPr>
          </a:p>
        </p:txBody>
      </p:sp>
      <p:sp>
        <p:nvSpPr>
          <p:cNvPr id="5" name="灯片编号占位符 9"/>
          <p:cNvSpPr>
            <a:spLocks noGrp="1"/>
          </p:cNvSpPr>
          <p:nvPr>
            <p:ph type="sldNum" sz="quarter" idx="4294967295"/>
          </p:nvPr>
        </p:nvSpPr>
        <p:spPr>
          <a:xfrm>
            <a:off x="0" y="6457950"/>
            <a:ext cx="9144000" cy="365125"/>
          </a:xfrm>
          <a:prstGeom prst="rect">
            <a:avLst/>
          </a:prstGeom>
        </p:spPr>
        <p:txBody>
          <a:bodyPr vert="horz" wrap="square" lIns="91440" tIns="45720" rIns="91440" bIns="45720" numCol="1" anchor="ctr" anchorCtr="0" compatLnSpc="1"/>
          <a:lstStyle>
            <a:lvl1pPr algn="r">
              <a:defRPr sz="1200" b="0">
                <a:solidFill>
                  <a:schemeClr val="bg1">
                    <a:lumMod val="50000"/>
                  </a:schemeClr>
                </a:solidFill>
                <a:latin typeface="+mn-lt"/>
                <a:ea typeface="宋体" panose="02010600030101010101" pitchFamily="2" charset="-122"/>
              </a:defRPr>
            </a:lvl1pPr>
          </a:lstStyle>
          <a:p>
            <a:fld id="{84CFB1C9-13D2-4FCA-8E43-5D048D3AC9EF}" type="slidenum">
              <a:rPr kumimoji="1" lang="zh-CN" altLang="en-US" smtClean="0"/>
            </a:fld>
            <a:endParaRPr kumimoji="1" lang="zh-CN" altLang="en-US" dirty="0"/>
          </a:p>
        </p:txBody>
      </p:sp>
      <p:sp>
        <p:nvSpPr>
          <p:cNvPr id="2" name="文本框 1"/>
          <p:cNvSpPr txBox="1"/>
          <p:nvPr/>
        </p:nvSpPr>
        <p:spPr>
          <a:xfrm>
            <a:off x="539552" y="1770286"/>
            <a:ext cx="7560840" cy="2577465"/>
          </a:xfrm>
          <a:prstGeom prst="rect">
            <a:avLst/>
          </a:prstGeom>
          <a:noFill/>
        </p:spPr>
        <p:txBody>
          <a:bodyPr wrap="square" rtlCol="0">
            <a:spAutoFit/>
          </a:bodyPr>
          <a:lstStyle/>
          <a:p>
            <a:pPr marL="285750" indent="-285750">
              <a:lnSpc>
                <a:spcPct val="150000"/>
              </a:lnSpc>
              <a:buClr>
                <a:schemeClr val="accent1"/>
              </a:buClr>
              <a:buFont typeface="Arial" panose="020B0604020202020204"/>
              <a:buChar char="•"/>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SQL</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指令的优化</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－正确的使用字符串</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marL="742950" lvl="1" indent="-285750">
              <a:lnSpc>
                <a:spcPct val="180000"/>
              </a:lnSpc>
              <a:buClr>
                <a:schemeClr val="accent1"/>
              </a:buClr>
              <a:buFont typeface="Arial" panose="020B0604020202020204"/>
              <a:buChar char="•"/>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避免</a:t>
            </a:r>
            <a:r>
              <a:rPr lang="zh-TW" altLang="en-US" dirty="0">
                <a:latin typeface="微软雅黑" panose="020B0503020204020204" pitchFamily="34" charset="-122"/>
                <a:ea typeface="微软雅黑" panose="020B0503020204020204" pitchFamily="34" charset="-122"/>
                <a:cs typeface="微软雅黑" panose="020B0503020204020204" pitchFamily="34" charset="-122"/>
              </a:rPr>
              <a:t>不包含首位的子字符串</a:t>
            </a:r>
            <a:endParaRPr lang="zh-TW" altLang="en-US" dirty="0">
              <a:latin typeface="微软雅黑" panose="020B0503020204020204" pitchFamily="34" charset="-122"/>
              <a:ea typeface="微软雅黑" panose="020B0503020204020204" pitchFamily="34" charset="-122"/>
              <a:cs typeface="微软雅黑" panose="020B0503020204020204" pitchFamily="34" charset="-122"/>
            </a:endParaRPr>
          </a:p>
          <a:p>
            <a:pPr marL="742950" lvl="1" indent="-285750">
              <a:lnSpc>
                <a:spcPct val="180000"/>
              </a:lnSpc>
              <a:buClr>
                <a:schemeClr val="accent1"/>
              </a:buClr>
              <a:buFont typeface="Arial" panose="020B0604020202020204"/>
              <a:buChar char="•"/>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基于某一列上不包含首位的子字符串的过滤器需要数据库服务器测试该列上的每一个值。</a:t>
            </a:r>
            <a:endParaRPr lang="zh-TW" altLang="en-US" dirty="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80000"/>
              </a:lnSpc>
              <a:buClr>
                <a:schemeClr val="accent1"/>
              </a:buClr>
              <a:buFont typeface="Arial" panose="020B0604020202020204"/>
              <a:buChar char="•"/>
            </a:pPr>
            <a:endParaRPr kumimoji="1"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文本框 3"/>
          <p:cNvSpPr txBox="1"/>
          <p:nvPr/>
        </p:nvSpPr>
        <p:spPr>
          <a:xfrm>
            <a:off x="755576" y="4434582"/>
            <a:ext cx="7200800" cy="400110"/>
          </a:xfrm>
          <a:prstGeom prst="rect">
            <a:avLst/>
          </a:prstGeom>
          <a:solidFill>
            <a:schemeClr val="accent3">
              <a:lumMod val="85000"/>
            </a:schemeClr>
          </a:solidFill>
          <a:ln>
            <a:solidFill>
              <a:srgbClr val="0000FF"/>
            </a:solidFill>
          </a:ln>
        </p:spPr>
        <p:txBody>
          <a:bodyPr wrap="square" rtlCol="0">
            <a:spAutoFit/>
          </a:bodyPr>
          <a:lstStyle/>
          <a:p>
            <a:pPr lvl="0"/>
            <a:r>
              <a:rPr kumimoji="1" lang="en-US" altLang="zh-TW" sz="20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SELECT * FROM customer WHERE </a:t>
            </a:r>
            <a:r>
              <a:rPr kumimoji="1" lang="en-US" altLang="zh-TW" sz="2000" b="1"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zipcode</a:t>
            </a:r>
            <a:r>
              <a:rPr kumimoji="1" lang="en-US" altLang="zh-TW" sz="20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[4,5] &gt; '50’</a:t>
            </a:r>
            <a:endParaRPr kumimoji="1" lang="en-US" altLang="zh-TW" sz="20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椭圆形标注 5"/>
          <p:cNvSpPr/>
          <p:nvPr/>
        </p:nvSpPr>
        <p:spPr bwMode="auto">
          <a:xfrm>
            <a:off x="6012160" y="3645024"/>
            <a:ext cx="1728192" cy="487794"/>
          </a:xfrm>
          <a:prstGeom prst="wedgeEllipseCallout">
            <a:avLst>
              <a:gd name="adj1" fmla="val -43020"/>
              <a:gd name="adj2" fmla="val 115293"/>
            </a:avLst>
          </a:prstGeom>
          <a:solidFill>
            <a:srgbClr val="FFFF00"/>
          </a:solidFill>
          <a:ln w="9525" cap="flat" cmpd="sng" algn="ctr">
            <a:solidFill>
              <a:srgbClr val="3366FF"/>
            </a:solidFill>
            <a:prstDash val="solid"/>
            <a:round/>
            <a:headEnd type="none" w="med" len="med"/>
            <a:tailEnd type="none" w="med" len="med"/>
          </a:ln>
          <a:effectLst/>
        </p:spPr>
        <p:txBody>
          <a:bodyPr vert="horz" wrap="square" lIns="92075" tIns="46038" rIns="92075" bIns="46038" numCol="1" rtlCol="0" anchor="t" anchorCtr="0" compatLnSpc="1">
            <a:spAutoFit/>
          </a:bodyPr>
          <a:lstStyle/>
          <a:p>
            <a:pPr marL="119380" marR="0" indent="-119380" algn="ctr" defTabSz="914400" rtl="0" eaLnBrk="1" fontAlgn="base" latinLnBrk="0" hangingPunct="1">
              <a:lnSpc>
                <a:spcPct val="90000"/>
              </a:lnSpc>
              <a:spcBef>
                <a:spcPct val="50000"/>
              </a:spcBef>
              <a:spcAft>
                <a:spcPct val="0"/>
              </a:spcAft>
              <a:buClr>
                <a:schemeClr val="accent1"/>
              </a:buClr>
              <a:buSzTx/>
              <a:buFontTx/>
              <a:buNone/>
            </a:pPr>
            <a:r>
              <a:rPr kumimoji="0" lang="zh-CN" altLang="en-US" b="1" i="0" u="none" strike="noStrike" cap="none" normalizeH="0" baseline="0" dirty="0">
                <a:ln>
                  <a:noFill/>
                </a:ln>
                <a:solidFill>
                  <a:schemeClr val="tx1"/>
                </a:solidFill>
                <a:effectLst/>
                <a:latin typeface="Arial" panose="020B0604020202020204" pitchFamily="34" charset="0"/>
              </a:rPr>
              <a:t>不是首位</a:t>
            </a:r>
            <a:endParaRPr kumimoji="0" lang="zh-CN" altLang="en-US" b="1"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3"/>
          <p:cNvSpPr>
            <a:spLocks noGrp="1" noChangeArrowheads="1"/>
          </p:cNvSpPr>
          <p:nvPr>
            <p:ph type="body" sz="half" idx="1"/>
          </p:nvPr>
        </p:nvSpPr>
        <p:spPr>
          <a:xfrm>
            <a:off x="533400" y="1895128"/>
            <a:ext cx="7786688" cy="4126160"/>
          </a:xfrm>
          <a:solidFill>
            <a:srgbClr val="D9D9D9"/>
          </a:solidFill>
          <a:ln>
            <a:solidFill>
              <a:schemeClr val="tx2"/>
            </a:solidFill>
            <a:miter lim="800000"/>
          </a:ln>
        </p:spPr>
        <p:txBody>
          <a:bodyPr/>
          <a:lstStyle/>
          <a:p>
            <a:pPr marL="0" indent="0" eaLnBrk="1" hangingPunct="1">
              <a:buFont typeface="Wingdings" panose="05000000000000000000" charset="0"/>
              <a:buNone/>
            </a:pPr>
            <a:r>
              <a:rPr lang="en-US" altLang="zh-TW" sz="1400" dirty="0">
                <a:latin typeface="Arial" panose="020B0604020202020204" pitchFamily="34" charset="0"/>
                <a:ea typeface="PMingLiU" panose="02020500000000000000" charset="-120"/>
                <a:cs typeface="Lucida Sans Typewriter" panose="020B0509030504030204" charset="0"/>
              </a:rPr>
              <a:t>1) </a:t>
            </a:r>
            <a:r>
              <a:rPr lang="en-US" altLang="zh-TW" sz="1400" dirty="0" err="1">
                <a:latin typeface="Arial" panose="020B0604020202020204" pitchFamily="34" charset="0"/>
                <a:ea typeface="PMingLiU" panose="02020500000000000000" charset="-120"/>
                <a:cs typeface="Lucida Sans Typewriter" panose="020B0509030504030204" charset="0"/>
              </a:rPr>
              <a:t>informix.customer</a:t>
            </a:r>
            <a:r>
              <a:rPr lang="en-US" altLang="zh-TW" sz="1400" dirty="0">
                <a:latin typeface="Arial" panose="020B0604020202020204" pitchFamily="34" charset="0"/>
                <a:ea typeface="PMingLiU" panose="02020500000000000000" charset="-120"/>
                <a:cs typeface="Lucida Sans Typewriter" panose="020B0509030504030204" charset="0"/>
              </a:rPr>
              <a:t>: INDEX PATH</a:t>
            </a:r>
            <a:endParaRPr lang="en-US" altLang="zh-TW" sz="1400" dirty="0">
              <a:latin typeface="Arial" panose="020B0604020202020204" pitchFamily="34" charset="0"/>
              <a:ea typeface="PMingLiU" panose="02020500000000000000" charset="-120"/>
              <a:cs typeface="Lucida Sans Typewriter" panose="020B0509030504030204" charset="0"/>
            </a:endParaRPr>
          </a:p>
          <a:p>
            <a:pPr marL="0" indent="0" eaLnBrk="1" hangingPunct="1">
              <a:buFont typeface="Wingdings" panose="05000000000000000000" charset="0"/>
              <a:buNone/>
            </a:pPr>
            <a:r>
              <a:rPr lang="en-US" altLang="zh-TW" sz="1400" dirty="0">
                <a:latin typeface="Arial" panose="020B0604020202020204" pitchFamily="34" charset="0"/>
                <a:ea typeface="PMingLiU" panose="02020500000000000000" charset="-120"/>
                <a:cs typeface="Lucida Sans Typewriter" panose="020B0509030504030204" charset="0"/>
              </a:rPr>
              <a:t>    (1) Index Name: </a:t>
            </a:r>
            <a:r>
              <a:rPr lang="en-US" altLang="zh-TW" sz="1400" dirty="0" err="1">
                <a:latin typeface="Arial" panose="020B0604020202020204" pitchFamily="34" charset="0"/>
                <a:ea typeface="PMingLiU" panose="02020500000000000000" charset="-120"/>
                <a:cs typeface="Lucida Sans Typewriter" panose="020B0509030504030204" charset="0"/>
              </a:rPr>
              <a:t>informix.zip_idx</a:t>
            </a:r>
            <a:endParaRPr lang="en-US" altLang="zh-TW" sz="1400" dirty="0">
              <a:latin typeface="Arial" panose="020B0604020202020204" pitchFamily="34" charset="0"/>
              <a:ea typeface="PMingLiU" panose="02020500000000000000" charset="-120"/>
              <a:cs typeface="Lucida Sans Typewriter" panose="020B0509030504030204" charset="0"/>
            </a:endParaRPr>
          </a:p>
          <a:p>
            <a:pPr marL="0" indent="0" eaLnBrk="1" hangingPunct="1">
              <a:buFont typeface="Wingdings" panose="05000000000000000000" charset="0"/>
              <a:buNone/>
            </a:pPr>
            <a:r>
              <a:rPr lang="en-US" altLang="zh-TW" sz="1400" dirty="0">
                <a:latin typeface="Arial" panose="020B0604020202020204" pitchFamily="34" charset="0"/>
                <a:ea typeface="PMingLiU" panose="02020500000000000000" charset="-120"/>
                <a:cs typeface="Lucida Sans Typewriter" panose="020B0509030504030204" charset="0"/>
              </a:rPr>
              <a:t>        Index Keys: </a:t>
            </a:r>
            <a:r>
              <a:rPr lang="en-US" altLang="zh-TW" sz="1400" dirty="0" err="1">
                <a:latin typeface="Arial" panose="020B0604020202020204" pitchFamily="34" charset="0"/>
                <a:ea typeface="PMingLiU" panose="02020500000000000000" charset="-120"/>
                <a:cs typeface="Lucida Sans Typewriter" panose="020B0509030504030204" charset="0"/>
              </a:rPr>
              <a:t>zipcode</a:t>
            </a:r>
            <a:r>
              <a:rPr lang="en-US" altLang="zh-TW" sz="1400" dirty="0">
                <a:latin typeface="Arial" panose="020B0604020202020204" pitchFamily="34" charset="0"/>
                <a:ea typeface="PMingLiU" panose="02020500000000000000" charset="-120"/>
                <a:cs typeface="Lucida Sans Typewriter" panose="020B0509030504030204" charset="0"/>
              </a:rPr>
              <a:t>   (Key-Only)  (Serial, fragments: ALL)</a:t>
            </a:r>
            <a:endParaRPr lang="en-US" altLang="zh-TW" sz="1400" dirty="0">
              <a:latin typeface="Arial" panose="020B0604020202020204" pitchFamily="34" charset="0"/>
              <a:ea typeface="PMingLiU" panose="02020500000000000000" charset="-120"/>
              <a:cs typeface="Lucida Sans Typewriter" panose="020B0509030504030204" charset="0"/>
            </a:endParaRPr>
          </a:p>
          <a:p>
            <a:pPr marL="0" indent="0" eaLnBrk="1" hangingPunct="1">
              <a:buFont typeface="Wingdings" panose="05000000000000000000" charset="0"/>
              <a:buNone/>
            </a:pPr>
            <a:r>
              <a:rPr lang="en-US" altLang="zh-TW" sz="1400" dirty="0">
                <a:latin typeface="Arial" panose="020B0604020202020204" pitchFamily="34" charset="0"/>
                <a:ea typeface="PMingLiU" panose="02020500000000000000" charset="-120"/>
                <a:cs typeface="Lucida Sans Typewriter" panose="020B0509030504030204" charset="0"/>
              </a:rPr>
              <a:t>        Lower Index Filter: </a:t>
            </a:r>
            <a:r>
              <a:rPr lang="en-US" altLang="zh-TW" sz="1400" dirty="0" err="1">
                <a:latin typeface="Arial" panose="020B0604020202020204" pitchFamily="34" charset="0"/>
                <a:ea typeface="PMingLiU" panose="02020500000000000000" charset="-120"/>
                <a:cs typeface="Lucida Sans Typewriter" panose="020B0509030504030204" charset="0"/>
              </a:rPr>
              <a:t>informix.customer.zipcode</a:t>
            </a:r>
            <a:r>
              <a:rPr lang="en-US" altLang="zh-TW" sz="1400" dirty="0">
                <a:latin typeface="Arial" panose="020B0604020202020204" pitchFamily="34" charset="0"/>
                <a:ea typeface="PMingLiU" panose="02020500000000000000" charset="-120"/>
                <a:cs typeface="Lucida Sans Typewriter" panose="020B0509030504030204" charset="0"/>
              </a:rPr>
              <a:t>[1,2] = '94’</a:t>
            </a:r>
            <a:endParaRPr lang="en-US" altLang="zh-TW" sz="1400" dirty="0">
              <a:latin typeface="Arial" panose="020B0604020202020204" pitchFamily="34" charset="0"/>
              <a:ea typeface="PMingLiU" panose="02020500000000000000" charset="-120"/>
              <a:cs typeface="Lucida Sans Typewriter" panose="020B0509030504030204" charset="0"/>
            </a:endParaRPr>
          </a:p>
          <a:p>
            <a:pPr marL="0" indent="0" eaLnBrk="1" hangingPunct="1">
              <a:buFont typeface="Wingdings" panose="05000000000000000000" charset="0"/>
              <a:buNone/>
            </a:pPr>
            <a:endParaRPr lang="en-US" altLang="zh-TW" sz="1400" dirty="0">
              <a:latin typeface="Arial" panose="020B0604020202020204" pitchFamily="34" charset="0"/>
              <a:ea typeface="PMingLiU" panose="02020500000000000000" charset="-120"/>
              <a:cs typeface="Lucida Sans Typewriter" panose="020B0509030504030204" charset="0"/>
            </a:endParaRPr>
          </a:p>
          <a:p>
            <a:pPr marL="0" indent="0" eaLnBrk="1" hangingPunct="1">
              <a:buFont typeface="Wingdings" panose="05000000000000000000" charset="0"/>
              <a:buNone/>
            </a:pPr>
            <a:r>
              <a:rPr lang="en-US" altLang="zh-TW" sz="1400" dirty="0">
                <a:latin typeface="Arial" panose="020B0604020202020204" pitchFamily="34" charset="0"/>
                <a:ea typeface="PMingLiU" panose="02020500000000000000" charset="-120"/>
                <a:cs typeface="Lucida Sans Typewriter" panose="020B0509030504030204" charset="0"/>
              </a:rPr>
              <a:t>Query statistics:</a:t>
            </a:r>
            <a:endParaRPr lang="en-US" altLang="zh-TW" sz="1400" dirty="0">
              <a:latin typeface="Arial" panose="020B0604020202020204" pitchFamily="34" charset="0"/>
              <a:ea typeface="PMingLiU" panose="02020500000000000000" charset="-120"/>
              <a:cs typeface="Lucida Sans Typewriter" panose="020B0509030504030204" charset="0"/>
            </a:endParaRPr>
          </a:p>
          <a:p>
            <a:pPr marL="0" indent="0" eaLnBrk="1" hangingPunct="1">
              <a:buFont typeface="Wingdings" panose="05000000000000000000" charset="0"/>
              <a:buNone/>
            </a:pPr>
            <a:r>
              <a:rPr lang="en-US" altLang="zh-TW" sz="1400" dirty="0">
                <a:latin typeface="Arial" panose="020B0604020202020204" pitchFamily="34" charset="0"/>
                <a:ea typeface="PMingLiU" panose="02020500000000000000" charset="-120"/>
                <a:cs typeface="Lucida Sans Typewriter" panose="020B0509030504030204" charset="0"/>
              </a:rPr>
              <a:t>-----------------</a:t>
            </a:r>
            <a:endParaRPr lang="en-US" altLang="zh-TW" sz="1400" dirty="0">
              <a:latin typeface="Arial" panose="020B0604020202020204" pitchFamily="34" charset="0"/>
              <a:ea typeface="PMingLiU" panose="02020500000000000000" charset="-120"/>
              <a:cs typeface="Lucida Sans Typewriter" panose="020B0509030504030204" charset="0"/>
            </a:endParaRPr>
          </a:p>
          <a:p>
            <a:pPr marL="0" indent="0" eaLnBrk="1" hangingPunct="1">
              <a:buFont typeface="Wingdings" panose="05000000000000000000" charset="0"/>
              <a:buNone/>
            </a:pPr>
            <a:r>
              <a:rPr lang="en-US" altLang="zh-TW" sz="1400" dirty="0">
                <a:latin typeface="Arial" panose="020B0604020202020204" pitchFamily="34" charset="0"/>
                <a:ea typeface="PMingLiU" panose="02020500000000000000" charset="-120"/>
                <a:cs typeface="Lucida Sans Typewriter" panose="020B0509030504030204" charset="0"/>
              </a:rPr>
              <a:t>  Table map :</a:t>
            </a:r>
            <a:endParaRPr lang="en-US" altLang="zh-TW" sz="1400" dirty="0">
              <a:latin typeface="Arial" panose="020B0604020202020204" pitchFamily="34" charset="0"/>
              <a:ea typeface="PMingLiU" panose="02020500000000000000" charset="-120"/>
              <a:cs typeface="Lucida Sans Typewriter" panose="020B0509030504030204" charset="0"/>
            </a:endParaRPr>
          </a:p>
          <a:p>
            <a:pPr marL="0" indent="0" eaLnBrk="1" hangingPunct="1">
              <a:buFont typeface="Wingdings" panose="05000000000000000000" charset="0"/>
              <a:buNone/>
            </a:pPr>
            <a:r>
              <a:rPr lang="en-US" altLang="zh-TW" sz="1400" dirty="0">
                <a:latin typeface="Arial" panose="020B0604020202020204" pitchFamily="34" charset="0"/>
                <a:ea typeface="PMingLiU" panose="02020500000000000000" charset="-120"/>
                <a:cs typeface="Lucida Sans Typewriter" panose="020B0509030504030204" charset="0"/>
              </a:rPr>
              <a:t>  ----------------------------</a:t>
            </a:r>
            <a:endParaRPr lang="en-US" altLang="zh-TW" sz="1400" dirty="0">
              <a:latin typeface="Arial" panose="020B0604020202020204" pitchFamily="34" charset="0"/>
              <a:ea typeface="PMingLiU" panose="02020500000000000000" charset="-120"/>
              <a:cs typeface="Lucida Sans Typewriter" panose="020B0509030504030204" charset="0"/>
            </a:endParaRPr>
          </a:p>
          <a:p>
            <a:pPr marL="0" indent="0" eaLnBrk="1" hangingPunct="1">
              <a:buFont typeface="Wingdings" panose="05000000000000000000" charset="0"/>
              <a:buNone/>
            </a:pPr>
            <a:r>
              <a:rPr lang="en-US" altLang="zh-TW" sz="1400" dirty="0">
                <a:latin typeface="Arial" panose="020B0604020202020204" pitchFamily="34" charset="0"/>
                <a:ea typeface="PMingLiU" panose="02020500000000000000" charset="-120"/>
                <a:cs typeface="Lucida Sans Typewriter" panose="020B0509030504030204" charset="0"/>
              </a:rPr>
              <a:t>  Internal name     Table name</a:t>
            </a:r>
            <a:endParaRPr lang="en-US" altLang="zh-TW" sz="1400" dirty="0">
              <a:latin typeface="Arial" panose="020B0604020202020204" pitchFamily="34" charset="0"/>
              <a:ea typeface="PMingLiU" panose="02020500000000000000" charset="-120"/>
              <a:cs typeface="Lucida Sans Typewriter" panose="020B0509030504030204" charset="0"/>
            </a:endParaRPr>
          </a:p>
          <a:p>
            <a:pPr marL="0" indent="0" eaLnBrk="1" hangingPunct="1">
              <a:buFont typeface="Wingdings" panose="05000000000000000000" charset="0"/>
              <a:buNone/>
            </a:pPr>
            <a:r>
              <a:rPr lang="en-US" altLang="zh-TW" sz="1400" dirty="0">
                <a:latin typeface="Arial" panose="020B0604020202020204" pitchFamily="34" charset="0"/>
                <a:ea typeface="PMingLiU" panose="02020500000000000000" charset="-120"/>
                <a:cs typeface="Lucida Sans Typewriter" panose="020B0509030504030204" charset="0"/>
              </a:rPr>
              <a:t>  ----------------------------</a:t>
            </a:r>
            <a:endParaRPr lang="en-US" altLang="zh-TW" sz="1400" dirty="0">
              <a:latin typeface="Arial" panose="020B0604020202020204" pitchFamily="34" charset="0"/>
              <a:ea typeface="PMingLiU" panose="02020500000000000000" charset="-120"/>
              <a:cs typeface="Lucida Sans Typewriter" panose="020B0509030504030204" charset="0"/>
            </a:endParaRPr>
          </a:p>
          <a:p>
            <a:pPr marL="0" indent="0" eaLnBrk="1" hangingPunct="1">
              <a:buFont typeface="Wingdings" panose="05000000000000000000" charset="0"/>
              <a:buNone/>
            </a:pPr>
            <a:r>
              <a:rPr lang="en-US" altLang="zh-TW" sz="1400" dirty="0">
                <a:latin typeface="Arial" panose="020B0604020202020204" pitchFamily="34" charset="0"/>
                <a:ea typeface="PMingLiU" panose="02020500000000000000" charset="-120"/>
                <a:cs typeface="Lucida Sans Typewriter" panose="020B0509030504030204" charset="0"/>
              </a:rPr>
              <a:t>  t1                customer</a:t>
            </a:r>
            <a:endParaRPr lang="en-US" altLang="zh-TW" sz="1400" dirty="0">
              <a:latin typeface="Arial" panose="020B0604020202020204" pitchFamily="34" charset="0"/>
              <a:ea typeface="PMingLiU" panose="02020500000000000000" charset="-120"/>
              <a:cs typeface="Lucida Sans Typewriter" panose="020B0509030504030204" charset="0"/>
            </a:endParaRPr>
          </a:p>
          <a:p>
            <a:pPr marL="0" indent="0" eaLnBrk="1" hangingPunct="1">
              <a:buFont typeface="Wingdings" panose="05000000000000000000" charset="0"/>
              <a:buNone/>
            </a:pPr>
            <a:endParaRPr lang="en-US" altLang="zh-TW" sz="1400" dirty="0">
              <a:latin typeface="Arial" panose="020B0604020202020204" pitchFamily="34" charset="0"/>
              <a:ea typeface="PMingLiU" panose="02020500000000000000" charset="-120"/>
              <a:cs typeface="Lucida Sans Typewriter" panose="020B0509030504030204" charset="0"/>
            </a:endParaRPr>
          </a:p>
          <a:p>
            <a:pPr marL="0" indent="0" eaLnBrk="1" hangingPunct="1">
              <a:buFont typeface="Wingdings" panose="05000000000000000000" charset="0"/>
              <a:buNone/>
            </a:pPr>
            <a:r>
              <a:rPr lang="en-US" altLang="zh-TW" sz="1400" dirty="0">
                <a:latin typeface="Arial" panose="020B0604020202020204" pitchFamily="34" charset="0"/>
                <a:ea typeface="PMingLiU" panose="02020500000000000000" charset="-120"/>
                <a:cs typeface="Lucida Sans Typewriter" panose="020B0509030504030204" charset="0"/>
              </a:rPr>
              <a:t>  type     table  </a:t>
            </a:r>
            <a:r>
              <a:rPr lang="en-US" altLang="zh-TW" sz="1400" dirty="0" err="1">
                <a:latin typeface="Arial" panose="020B0604020202020204" pitchFamily="34" charset="0"/>
                <a:ea typeface="PMingLiU" panose="02020500000000000000" charset="-120"/>
                <a:cs typeface="Lucida Sans Typewriter" panose="020B0509030504030204" charset="0"/>
              </a:rPr>
              <a:t>rows_prod</a:t>
            </a:r>
            <a:r>
              <a:rPr lang="en-US" altLang="zh-TW" sz="1400" dirty="0">
                <a:latin typeface="Arial" panose="020B0604020202020204" pitchFamily="34" charset="0"/>
                <a:ea typeface="PMingLiU" panose="02020500000000000000" charset="-120"/>
                <a:cs typeface="Lucida Sans Typewriter" panose="020B0509030504030204" charset="0"/>
              </a:rPr>
              <a:t>  </a:t>
            </a:r>
            <a:r>
              <a:rPr lang="en-US" altLang="zh-TW" sz="1400" dirty="0" err="1">
                <a:latin typeface="Arial" panose="020B0604020202020204" pitchFamily="34" charset="0"/>
                <a:ea typeface="PMingLiU" panose="02020500000000000000" charset="-120"/>
                <a:cs typeface="Lucida Sans Typewriter" panose="020B0509030504030204" charset="0"/>
              </a:rPr>
              <a:t>est_rows</a:t>
            </a:r>
            <a:r>
              <a:rPr lang="en-US" altLang="zh-TW" sz="1400" dirty="0">
                <a:latin typeface="Arial" panose="020B0604020202020204" pitchFamily="34" charset="0"/>
                <a:ea typeface="PMingLiU" panose="02020500000000000000" charset="-120"/>
                <a:cs typeface="Lucida Sans Typewriter" panose="020B0509030504030204" charset="0"/>
              </a:rPr>
              <a:t>  </a:t>
            </a:r>
            <a:r>
              <a:rPr lang="en-US" altLang="zh-TW" sz="1400" dirty="0" err="1">
                <a:latin typeface="Arial" panose="020B0604020202020204" pitchFamily="34" charset="0"/>
                <a:ea typeface="PMingLiU" panose="02020500000000000000" charset="-120"/>
                <a:cs typeface="Lucida Sans Typewriter" panose="020B0509030504030204" charset="0"/>
              </a:rPr>
              <a:t>rows_scan</a:t>
            </a:r>
            <a:r>
              <a:rPr lang="en-US" altLang="zh-TW" sz="1400" dirty="0">
                <a:latin typeface="Arial" panose="020B0604020202020204" pitchFamily="34" charset="0"/>
                <a:ea typeface="PMingLiU" panose="02020500000000000000" charset="-120"/>
                <a:cs typeface="Lucida Sans Typewriter" panose="020B0509030504030204" charset="0"/>
              </a:rPr>
              <a:t>  time       </a:t>
            </a:r>
            <a:r>
              <a:rPr lang="en-US" altLang="zh-TW" sz="1400" dirty="0" err="1">
                <a:latin typeface="Arial" panose="020B0604020202020204" pitchFamily="34" charset="0"/>
                <a:ea typeface="PMingLiU" panose="02020500000000000000" charset="-120"/>
                <a:cs typeface="Lucida Sans Typewriter" panose="020B0509030504030204" charset="0"/>
              </a:rPr>
              <a:t>est_cost</a:t>
            </a:r>
            <a:endParaRPr lang="en-US" altLang="zh-TW" sz="1400" dirty="0">
              <a:latin typeface="Arial" panose="020B0604020202020204" pitchFamily="34" charset="0"/>
              <a:ea typeface="PMingLiU" panose="02020500000000000000" charset="-120"/>
              <a:cs typeface="Lucida Sans Typewriter" panose="020B0509030504030204" charset="0"/>
            </a:endParaRPr>
          </a:p>
          <a:p>
            <a:pPr marL="0" indent="0" eaLnBrk="1" hangingPunct="1">
              <a:buFont typeface="Wingdings" panose="05000000000000000000" charset="0"/>
              <a:buNone/>
            </a:pPr>
            <a:r>
              <a:rPr lang="en-US" altLang="zh-TW" sz="1400" dirty="0">
                <a:latin typeface="Arial" panose="020B0604020202020204" pitchFamily="34" charset="0"/>
                <a:ea typeface="PMingLiU" panose="02020500000000000000" charset="-120"/>
                <a:cs typeface="Lucida Sans Typewriter" panose="020B0509030504030204" charset="0"/>
              </a:rPr>
              <a:t>  ------------------------------------------------------------------------------------</a:t>
            </a:r>
            <a:endParaRPr lang="en-US" altLang="zh-TW" sz="1400" dirty="0">
              <a:latin typeface="Arial" panose="020B0604020202020204" pitchFamily="34" charset="0"/>
              <a:ea typeface="PMingLiU" panose="02020500000000000000" charset="-120"/>
              <a:cs typeface="Lucida Sans Typewriter" panose="020B0509030504030204" charset="0"/>
            </a:endParaRPr>
          </a:p>
          <a:p>
            <a:pPr marL="0" indent="0" eaLnBrk="1" hangingPunct="1">
              <a:buFont typeface="Wingdings" panose="05000000000000000000" charset="0"/>
              <a:buNone/>
            </a:pPr>
            <a:r>
              <a:rPr lang="en-US" altLang="zh-TW" sz="1400" dirty="0">
                <a:latin typeface="Arial" panose="020B0604020202020204" pitchFamily="34" charset="0"/>
                <a:ea typeface="PMingLiU" panose="02020500000000000000" charset="-120"/>
                <a:cs typeface="Lucida Sans Typewriter" panose="020B0509030504030204" charset="0"/>
              </a:rPr>
              <a:t>  scan     t1     71253      124844    71253      </a:t>
            </a:r>
            <a:r>
              <a:rPr lang="en-US" altLang="zh-TW" sz="1400" dirty="0">
                <a:solidFill>
                  <a:srgbClr val="FF0000"/>
                </a:solidFill>
                <a:latin typeface="Arial" panose="020B0604020202020204" pitchFamily="34" charset="0"/>
                <a:ea typeface="PMingLiU" panose="02020500000000000000" charset="-120"/>
                <a:cs typeface="Lucida Sans Typewriter" panose="020B0509030504030204" charset="0"/>
              </a:rPr>
              <a:t>00:00.31         4424</a:t>
            </a:r>
            <a:endParaRPr lang="en-US" altLang="zh-TW" sz="1400" dirty="0">
              <a:solidFill>
                <a:srgbClr val="FF0000"/>
              </a:solidFill>
              <a:latin typeface="Arial" panose="020B0604020202020204" pitchFamily="34" charset="0"/>
              <a:ea typeface="PMingLiU" panose="02020500000000000000" charset="-120"/>
              <a:cs typeface="Lucida Sans Typewriter" panose="020B0509030504030204" charset="0"/>
            </a:endParaRPr>
          </a:p>
        </p:txBody>
      </p:sp>
      <p:graphicFrame>
        <p:nvGraphicFramePr>
          <p:cNvPr id="552973" name="Group 13"/>
          <p:cNvGraphicFramePr>
            <a:graphicFrameLocks noGrp="1"/>
          </p:cNvGraphicFramePr>
          <p:nvPr>
            <p:ph sz="half" idx="2"/>
          </p:nvPr>
        </p:nvGraphicFramePr>
        <p:xfrm>
          <a:off x="533400" y="1052483"/>
          <a:ext cx="7632700" cy="609600"/>
        </p:xfrm>
        <a:graphic>
          <a:graphicData uri="http://schemas.openxmlformats.org/drawingml/2006/table">
            <a:tbl>
              <a:tblPr/>
              <a:tblGrid>
                <a:gridCol w="7632700"/>
              </a:tblGrid>
              <a:tr h="609600">
                <a:tc>
                  <a:txBody>
                    <a:bodyPr/>
                    <a:lstStyle/>
                    <a:p>
                      <a:pPr marL="0" marR="0" lvl="0" indent="0" algn="l" defTabSz="914400" rtl="0" eaLnBrk="1" fontAlgn="base" latinLnBrk="0" hangingPunct="1">
                        <a:lnSpc>
                          <a:spcPct val="130000"/>
                        </a:lnSpc>
                        <a:spcBef>
                          <a:spcPct val="20000"/>
                        </a:spcBef>
                        <a:spcAft>
                          <a:spcPct val="0"/>
                        </a:spcAft>
                        <a:buClr>
                          <a:srgbClr val="660066"/>
                        </a:buClr>
                        <a:buSzPct val="80000"/>
                        <a:buFont typeface="Wingdings" panose="05000000000000000000" charset="0"/>
                        <a:buNone/>
                      </a:pPr>
                      <a:r>
                        <a:rPr kumimoji="1" lang="en-US" altLang="zh-TW" sz="2000" b="1" i="0" u="none" strike="noStrike" cap="none" normalizeH="0" baseline="0" dirty="0">
                          <a:ln>
                            <a:noFill/>
                          </a:ln>
                          <a:solidFill>
                            <a:srgbClr val="000000"/>
                          </a:solidFill>
                          <a:effectLst/>
                          <a:latin typeface="Arial" panose="020B0604020202020204" pitchFamily="34" charset="0"/>
                          <a:ea typeface="DFKai-SB" panose="03000509000000000000" charset="-120"/>
                          <a:cs typeface="DFKai-SB" panose="03000509000000000000" charset="-120"/>
                        </a:rPr>
                        <a:t>SELECT * FROM customer WHERE </a:t>
                      </a:r>
                      <a:r>
                        <a:rPr kumimoji="0" lang="en-US" altLang="zh-TW" sz="2000" b="0" i="0" u="none" strike="noStrike" cap="none" normalizeH="0" baseline="0" dirty="0" err="1">
                          <a:ln>
                            <a:noFill/>
                          </a:ln>
                          <a:solidFill>
                            <a:schemeClr val="tx1"/>
                          </a:solidFill>
                          <a:effectLst/>
                          <a:latin typeface="Arial" panose="020B0604020202020204" pitchFamily="34" charset="0"/>
                          <a:ea typeface="PMingLiU" panose="02020500000000000000" charset="-120"/>
                          <a:cs typeface="PMingLiU" panose="02020500000000000000" charset="-120"/>
                        </a:rPr>
                        <a:t>zipcode</a:t>
                      </a:r>
                      <a:r>
                        <a:rPr kumimoji="0" lang="en-US" altLang="zh-TW" sz="2000" b="0" i="0" u="none" strike="noStrike" cap="none" normalizeH="0" baseline="0" dirty="0">
                          <a:ln>
                            <a:noFill/>
                          </a:ln>
                          <a:solidFill>
                            <a:schemeClr val="tx1"/>
                          </a:solidFill>
                          <a:effectLst/>
                          <a:latin typeface="Arial" panose="020B0604020202020204" pitchFamily="34" charset="0"/>
                          <a:ea typeface="PMingLiU" panose="02020500000000000000" charset="-120"/>
                          <a:cs typeface="PMingLiU" panose="02020500000000000000" charset="-120"/>
                        </a:rPr>
                        <a:t>[</a:t>
                      </a:r>
                      <a:r>
                        <a:rPr kumimoji="0" lang="en-US" altLang="zh-TW" sz="2000" b="0" i="0" u="none" strike="noStrike" cap="none" normalizeH="0" baseline="0" dirty="0">
                          <a:ln>
                            <a:noFill/>
                          </a:ln>
                          <a:solidFill>
                            <a:srgbClr val="0000FF"/>
                          </a:solidFill>
                          <a:effectLst/>
                          <a:latin typeface="Arial" panose="020B0604020202020204" pitchFamily="34" charset="0"/>
                          <a:ea typeface="PMingLiU" panose="02020500000000000000" charset="-120"/>
                          <a:cs typeface="PMingLiU" panose="02020500000000000000" charset="-120"/>
                        </a:rPr>
                        <a:t>1</a:t>
                      </a:r>
                      <a:r>
                        <a:rPr kumimoji="0" lang="en-US" altLang="zh-TW" sz="2000" b="0" i="0" u="none" strike="noStrike" cap="none" normalizeH="0" baseline="0" dirty="0">
                          <a:ln>
                            <a:noFill/>
                          </a:ln>
                          <a:solidFill>
                            <a:schemeClr val="tx1"/>
                          </a:solidFill>
                          <a:effectLst/>
                          <a:latin typeface="Arial" panose="020B0604020202020204" pitchFamily="34" charset="0"/>
                          <a:ea typeface="PMingLiU" panose="02020500000000000000" charset="-120"/>
                          <a:cs typeface="PMingLiU" panose="02020500000000000000" charset="-120"/>
                        </a:rPr>
                        <a:t>,2] = ‘94' </a:t>
                      </a:r>
                      <a:endParaRPr kumimoji="1" lang="en-US" altLang="zh-TW" sz="2000" b="1" i="0" u="none" strike="noStrike" cap="none" normalizeH="0" baseline="0" dirty="0">
                        <a:ln>
                          <a:noFill/>
                        </a:ln>
                        <a:solidFill>
                          <a:schemeClr val="tx1"/>
                        </a:solidFill>
                        <a:effectLst/>
                        <a:latin typeface="Arial" panose="020B0604020202020204" pitchFamily="34" charset="0"/>
                        <a:ea typeface="DFKai-SB" panose="03000509000000000000" charset="-120"/>
                        <a:cs typeface="DFKai-SB" panose="03000509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CC"/>
                    </a:solidFill>
                  </a:tcPr>
                </a:tc>
              </a:tr>
            </a:tbl>
          </a:graphicData>
        </a:graphic>
      </p:graphicFrame>
      <p:sp>
        <p:nvSpPr>
          <p:cNvPr id="5" name="Rectangle 2"/>
          <p:cNvSpPr txBox="1">
            <a:spLocks noChangeArrowheads="1"/>
          </p:cNvSpPr>
          <p:nvPr/>
        </p:nvSpPr>
        <p:spPr bwMode="auto">
          <a:xfrm>
            <a:off x="677333" y="304800"/>
            <a:ext cx="7793567" cy="482600"/>
          </a:xfrm>
          <a:prstGeom prst="rect">
            <a:avLst/>
          </a:prstGeom>
          <a:noFill/>
          <a:ln w="9525">
            <a:noFill/>
            <a:miter lim="800000"/>
          </a:ln>
        </p:spPr>
        <p:txBody>
          <a:bodyPr vert="horz" wrap="square" lIns="0" tIns="0" rIns="0" bIns="0" numCol="1" anchor="t" anchorCtr="0" compatLnSpc="1"/>
          <a:lstStyle/>
          <a:p>
            <a:pPr lvl="0" fontAlgn="base">
              <a:spcBef>
                <a:spcPct val="0"/>
              </a:spcBef>
              <a:spcAft>
                <a:spcPct val="0"/>
              </a:spcAft>
              <a:defRPr/>
            </a:pPr>
            <a:r>
              <a:rPr kumimoji="0" lang="en-US" altLang="zh-TW" sz="28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PMingLiU" panose="02020500000000000000" charset="-120"/>
              </a:rPr>
              <a:t>SQL </a:t>
            </a:r>
            <a:r>
              <a:rPr kumimoji="0" lang="zh-CN" altLang="en-US" sz="28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GungsuhChe" panose="02030609000101010101" charset="-127"/>
              </a:rPr>
              <a:t>优化</a:t>
            </a:r>
            <a:r>
              <a:rPr kumimoji="0" lang="zh-TW" altLang="en-US" sz="28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PMingLiU" panose="02020500000000000000" charset="-120"/>
              </a:rPr>
              <a:t> </a:t>
            </a:r>
            <a:r>
              <a:rPr kumimoji="0" lang="en-US" altLang="zh-TW" sz="28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PMingLiU" panose="02020500000000000000" charset="-120"/>
              </a:rPr>
              <a:t>– </a:t>
            </a:r>
            <a:r>
              <a:rPr kumimoji="0" lang="zh-CN" altLang="en-US" sz="28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宋体" panose="02010600030101010101" pitchFamily="2" charset="-122"/>
              </a:rPr>
              <a:t>不包含首位的子字符串</a:t>
            </a:r>
            <a:r>
              <a:rPr lang="en-US" altLang="zh-CN" sz="2800" dirty="0">
                <a:cs typeface="宋体" panose="02010600030101010101" pitchFamily="2" charset="-122"/>
              </a:rPr>
              <a:t>(2)</a:t>
            </a:r>
            <a:endParaRPr kumimoji="0" lang="en-US" altLang="zh-TW" sz="28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宋体" panose="02010600030101010101" pitchFamily="2" charset="-122"/>
            </a:endParaRPr>
          </a:p>
        </p:txBody>
      </p:sp>
      <p:sp>
        <p:nvSpPr>
          <p:cNvPr id="7" name="灯片编号占位符 9"/>
          <p:cNvSpPr txBox="1"/>
          <p:nvPr/>
        </p:nvSpPr>
        <p:spPr>
          <a:xfrm>
            <a:off x="0" y="6457950"/>
            <a:ext cx="9144000" cy="365125"/>
          </a:xfrm>
          <a:prstGeom prst="rect">
            <a:avLst/>
          </a:prstGeom>
        </p:spPr>
        <p:txBody>
          <a:bodyPr vert="horz" wrap="square" lIns="91440" tIns="45720" rIns="91440" bIns="45720" numCol="1" anchor="ctr" anchorCtr="0" compatLnSpc="1"/>
          <a:lstStyle>
            <a:lvl1pPr algn="r">
              <a:defRPr sz="1200" b="0">
                <a:solidFill>
                  <a:schemeClr val="bg1">
                    <a:lumMod val="50000"/>
                  </a:schemeClr>
                </a:solidFill>
                <a:latin typeface="+mn-lt"/>
                <a:ea typeface="宋体" panose="02010600030101010101" pitchFamily="2" charset="-122"/>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84CFB1C9-13D2-4FCA-8E43-5D048D3AC9EF}" type="slidenum">
              <a:rPr kumimoji="1" lang="zh-CN" altLang="en-US" sz="1200" b="0" i="0" u="none" strike="noStrike" kern="1200" cap="none" spc="0" normalizeH="0" baseline="0" noProof="0" smtClean="0">
                <a:ln>
                  <a:noFill/>
                </a:ln>
                <a:solidFill>
                  <a:schemeClr val="bg1">
                    <a:lumMod val="50000"/>
                  </a:schemeClr>
                </a:solidFill>
                <a:effectLst/>
                <a:uLnTx/>
                <a:uFillTx/>
                <a:latin typeface="+mn-lt"/>
                <a:ea typeface="宋体" panose="02010600030101010101" pitchFamily="2" charset="-122"/>
                <a:cs typeface="+mn-cs"/>
              </a:rPr>
            </a:fld>
            <a:endParaRPr kumimoji="1" lang="zh-CN" altLang="en-US" sz="1200" b="0" i="0" u="none" strike="noStrike" kern="1200" cap="none" spc="0" normalizeH="0" baseline="0" noProof="0" dirty="0">
              <a:ln>
                <a:noFill/>
              </a:ln>
              <a:solidFill>
                <a:schemeClr val="bg1">
                  <a:lumMod val="50000"/>
                </a:schemeClr>
              </a:solidFill>
              <a:effectLst/>
              <a:uLnTx/>
              <a:uFillTx/>
              <a:latin typeface="+mn-lt"/>
              <a:ea typeface="宋体" panose="02010600030101010101" pitchFamily="2" charset="-122"/>
              <a:cs typeface="+mn-cs"/>
            </a:endParaRP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3"/>
          <p:cNvSpPr>
            <a:spLocks noGrp="1" noChangeArrowheads="1"/>
          </p:cNvSpPr>
          <p:nvPr>
            <p:ph type="body" sz="half" idx="1"/>
          </p:nvPr>
        </p:nvSpPr>
        <p:spPr>
          <a:xfrm>
            <a:off x="533400" y="1895381"/>
            <a:ext cx="7786688" cy="4114800"/>
          </a:xfrm>
          <a:solidFill>
            <a:srgbClr val="D9D9D9"/>
          </a:solidFill>
          <a:ln>
            <a:solidFill>
              <a:schemeClr val="tx2"/>
            </a:solidFill>
            <a:miter lim="800000"/>
          </a:ln>
        </p:spPr>
        <p:txBody>
          <a:bodyPr/>
          <a:lstStyle/>
          <a:p>
            <a:pPr marL="0" indent="0" eaLnBrk="1" hangingPunct="1">
              <a:buFont typeface="Wingdings" panose="05000000000000000000" charset="0"/>
              <a:buNone/>
            </a:pPr>
            <a:r>
              <a:rPr lang="en-US" altLang="zh-TW" sz="1400" dirty="0">
                <a:latin typeface="Arial" panose="020B0604020202020204" pitchFamily="34" charset="0"/>
                <a:ea typeface="PMingLiU" panose="02020500000000000000" charset="-120"/>
                <a:cs typeface="Lucida Sans Typewriter" panose="020B0509030504030204" charset="0"/>
              </a:rPr>
              <a:t>1) </a:t>
            </a:r>
            <a:r>
              <a:rPr lang="en-US" altLang="zh-TW" sz="1400" dirty="0" err="1">
                <a:latin typeface="Arial" panose="020B0604020202020204" pitchFamily="34" charset="0"/>
                <a:ea typeface="PMingLiU" panose="02020500000000000000" charset="-120"/>
                <a:cs typeface="Lucida Sans Typewriter" panose="020B0509030504030204" charset="0"/>
              </a:rPr>
              <a:t>informix.customer</a:t>
            </a:r>
            <a:r>
              <a:rPr lang="en-US" altLang="zh-TW" sz="1400" dirty="0">
                <a:latin typeface="Arial" panose="020B0604020202020204" pitchFamily="34" charset="0"/>
                <a:ea typeface="PMingLiU" panose="02020500000000000000" charset="-120"/>
                <a:cs typeface="Lucida Sans Typewriter" panose="020B0509030504030204" charset="0"/>
              </a:rPr>
              <a:t>: INDEX PATH</a:t>
            </a:r>
            <a:endParaRPr lang="en-US" altLang="zh-TW" sz="1400" dirty="0">
              <a:latin typeface="Arial" panose="020B0604020202020204" pitchFamily="34" charset="0"/>
              <a:ea typeface="PMingLiU" panose="02020500000000000000" charset="-120"/>
              <a:cs typeface="Lucida Sans Typewriter" panose="020B0509030504030204" charset="0"/>
            </a:endParaRPr>
          </a:p>
          <a:p>
            <a:pPr marL="0" indent="0" eaLnBrk="1" hangingPunct="1">
              <a:buFont typeface="Wingdings" panose="05000000000000000000" charset="0"/>
              <a:buNone/>
            </a:pPr>
            <a:endParaRPr lang="en-US" altLang="zh-TW" sz="1400" dirty="0">
              <a:latin typeface="Arial" panose="020B0604020202020204" pitchFamily="34" charset="0"/>
              <a:ea typeface="PMingLiU" panose="02020500000000000000" charset="-120"/>
              <a:cs typeface="Lucida Sans Typewriter" panose="020B0509030504030204" charset="0"/>
            </a:endParaRPr>
          </a:p>
          <a:p>
            <a:pPr marL="0" indent="0" eaLnBrk="1" hangingPunct="1">
              <a:buFont typeface="Wingdings" panose="05000000000000000000" charset="0"/>
              <a:buNone/>
            </a:pPr>
            <a:r>
              <a:rPr lang="en-US" altLang="zh-TW" sz="1400" dirty="0">
                <a:latin typeface="Arial" panose="020B0604020202020204" pitchFamily="34" charset="0"/>
                <a:ea typeface="PMingLiU" panose="02020500000000000000" charset="-120"/>
                <a:cs typeface="Lucida Sans Typewriter" panose="020B0509030504030204" charset="0"/>
              </a:rPr>
              <a:t>    (1) Index Name: </a:t>
            </a:r>
            <a:r>
              <a:rPr lang="en-US" altLang="zh-TW" sz="1400" dirty="0" err="1">
                <a:latin typeface="Arial" panose="020B0604020202020204" pitchFamily="34" charset="0"/>
                <a:ea typeface="PMingLiU" panose="02020500000000000000" charset="-120"/>
                <a:cs typeface="Lucida Sans Typewriter" panose="020B0509030504030204" charset="0"/>
              </a:rPr>
              <a:t>informix.zip_idx</a:t>
            </a:r>
            <a:endParaRPr lang="en-US" altLang="zh-TW" sz="1400" dirty="0">
              <a:latin typeface="Arial" panose="020B0604020202020204" pitchFamily="34" charset="0"/>
              <a:ea typeface="PMingLiU" panose="02020500000000000000" charset="-120"/>
              <a:cs typeface="Lucida Sans Typewriter" panose="020B0509030504030204" charset="0"/>
            </a:endParaRPr>
          </a:p>
          <a:p>
            <a:pPr marL="0" indent="0" eaLnBrk="1" hangingPunct="1">
              <a:buFont typeface="Wingdings" panose="05000000000000000000" charset="0"/>
              <a:buNone/>
            </a:pPr>
            <a:r>
              <a:rPr lang="en-US" altLang="zh-TW" sz="1400" dirty="0">
                <a:latin typeface="Arial" panose="020B0604020202020204" pitchFamily="34" charset="0"/>
                <a:ea typeface="PMingLiU" panose="02020500000000000000" charset="-120"/>
                <a:cs typeface="Lucida Sans Typewriter" panose="020B0509030504030204" charset="0"/>
              </a:rPr>
              <a:t>        Index Keys: </a:t>
            </a:r>
            <a:r>
              <a:rPr lang="en-US" altLang="zh-TW" sz="1400" dirty="0" err="1">
                <a:latin typeface="Arial" panose="020B0604020202020204" pitchFamily="34" charset="0"/>
                <a:ea typeface="PMingLiU" panose="02020500000000000000" charset="-120"/>
                <a:cs typeface="Lucida Sans Typewriter" panose="020B0509030504030204" charset="0"/>
              </a:rPr>
              <a:t>zipcode</a:t>
            </a:r>
            <a:r>
              <a:rPr lang="en-US" altLang="zh-TW" sz="1400" dirty="0">
                <a:latin typeface="Arial" panose="020B0604020202020204" pitchFamily="34" charset="0"/>
                <a:ea typeface="PMingLiU" panose="02020500000000000000" charset="-120"/>
                <a:cs typeface="Lucida Sans Typewriter" panose="020B0509030504030204" charset="0"/>
              </a:rPr>
              <a:t>   (Key-Only)  (Serial, fragments: ALL)</a:t>
            </a:r>
            <a:endParaRPr lang="en-US" altLang="zh-TW" sz="1400" dirty="0">
              <a:latin typeface="Arial" panose="020B0604020202020204" pitchFamily="34" charset="0"/>
              <a:ea typeface="PMingLiU" panose="02020500000000000000" charset="-120"/>
              <a:cs typeface="Lucida Sans Typewriter" panose="020B0509030504030204" charset="0"/>
            </a:endParaRPr>
          </a:p>
          <a:p>
            <a:pPr marL="0" indent="0" eaLnBrk="1" hangingPunct="1">
              <a:buFont typeface="Wingdings" panose="05000000000000000000" charset="0"/>
              <a:buNone/>
            </a:pPr>
            <a:r>
              <a:rPr lang="en-US" altLang="zh-TW" sz="1400" dirty="0">
                <a:latin typeface="Arial" panose="020B0604020202020204" pitchFamily="34" charset="0"/>
                <a:ea typeface="PMingLiU" panose="02020500000000000000" charset="-120"/>
                <a:cs typeface="Lucida Sans Typewriter" panose="020B0509030504030204" charset="0"/>
              </a:rPr>
              <a:t>        Index Key Filters:  (</a:t>
            </a:r>
            <a:r>
              <a:rPr lang="en-US" altLang="zh-TW" sz="1400" dirty="0" err="1">
                <a:latin typeface="Arial" panose="020B0604020202020204" pitchFamily="34" charset="0"/>
                <a:ea typeface="PMingLiU" panose="02020500000000000000" charset="-120"/>
                <a:cs typeface="Lucida Sans Typewriter" panose="020B0509030504030204" charset="0"/>
              </a:rPr>
              <a:t>informix.customer.zipcode</a:t>
            </a:r>
            <a:r>
              <a:rPr lang="en-US" altLang="zh-TW" sz="1400" dirty="0">
                <a:latin typeface="Arial" panose="020B0604020202020204" pitchFamily="34" charset="0"/>
                <a:ea typeface="PMingLiU" panose="02020500000000000000" charset="-120"/>
                <a:cs typeface="Lucida Sans Typewriter" panose="020B0509030504030204" charset="0"/>
              </a:rPr>
              <a:t>[4,5] = '63' )</a:t>
            </a:r>
            <a:endParaRPr lang="en-US" altLang="zh-TW" sz="1400" dirty="0">
              <a:latin typeface="Arial" panose="020B0604020202020204" pitchFamily="34" charset="0"/>
              <a:ea typeface="PMingLiU" panose="02020500000000000000" charset="-120"/>
              <a:cs typeface="Lucida Sans Typewriter" panose="020B0509030504030204" charset="0"/>
            </a:endParaRPr>
          </a:p>
          <a:p>
            <a:pPr marL="0" indent="0" eaLnBrk="1" hangingPunct="1">
              <a:buFont typeface="Wingdings" panose="05000000000000000000" charset="0"/>
              <a:buNone/>
            </a:pPr>
            <a:endParaRPr lang="en-US" altLang="zh-TW" sz="1400" dirty="0">
              <a:latin typeface="Arial" panose="020B0604020202020204" pitchFamily="34" charset="0"/>
              <a:ea typeface="PMingLiU" panose="02020500000000000000" charset="-120"/>
              <a:cs typeface="Lucida Sans Typewriter" panose="020B0509030504030204" charset="0"/>
            </a:endParaRPr>
          </a:p>
          <a:p>
            <a:pPr marL="0" indent="0" eaLnBrk="1" hangingPunct="1">
              <a:buFont typeface="Wingdings" panose="05000000000000000000" charset="0"/>
              <a:buNone/>
            </a:pPr>
            <a:r>
              <a:rPr lang="en-US" altLang="zh-TW" sz="1400" dirty="0">
                <a:latin typeface="Arial" panose="020B0604020202020204" pitchFamily="34" charset="0"/>
                <a:ea typeface="PMingLiU" panose="02020500000000000000" charset="-120"/>
                <a:cs typeface="Lucida Sans Typewriter" panose="020B0509030504030204" charset="0"/>
              </a:rPr>
              <a:t>Query statistics:</a:t>
            </a:r>
            <a:endParaRPr lang="en-US" altLang="zh-TW" sz="1400" dirty="0">
              <a:latin typeface="Arial" panose="020B0604020202020204" pitchFamily="34" charset="0"/>
              <a:ea typeface="PMingLiU" panose="02020500000000000000" charset="-120"/>
              <a:cs typeface="Lucida Sans Typewriter" panose="020B0509030504030204" charset="0"/>
            </a:endParaRPr>
          </a:p>
          <a:p>
            <a:pPr marL="0" indent="0" eaLnBrk="1" hangingPunct="1">
              <a:buFont typeface="Wingdings" panose="05000000000000000000" charset="0"/>
              <a:buNone/>
            </a:pPr>
            <a:r>
              <a:rPr lang="en-US" altLang="zh-TW" sz="1400" dirty="0">
                <a:latin typeface="Arial" panose="020B0604020202020204" pitchFamily="34" charset="0"/>
                <a:ea typeface="PMingLiU" panose="02020500000000000000" charset="-120"/>
                <a:cs typeface="Lucida Sans Typewriter" panose="020B0509030504030204" charset="0"/>
              </a:rPr>
              <a:t>  </a:t>
            </a:r>
            <a:endParaRPr lang="en-US" altLang="zh-TW" sz="1400" dirty="0">
              <a:latin typeface="Arial" panose="020B0604020202020204" pitchFamily="34" charset="0"/>
              <a:ea typeface="PMingLiU" panose="02020500000000000000" charset="-120"/>
              <a:cs typeface="Lucida Sans Typewriter" panose="020B0509030504030204" charset="0"/>
            </a:endParaRPr>
          </a:p>
          <a:p>
            <a:pPr marL="0" indent="0" eaLnBrk="1" hangingPunct="1">
              <a:buFont typeface="Wingdings" panose="05000000000000000000" charset="0"/>
              <a:buNone/>
            </a:pPr>
            <a:r>
              <a:rPr lang="en-US" altLang="zh-TW" sz="1400" dirty="0">
                <a:latin typeface="Arial" panose="020B0604020202020204" pitchFamily="34" charset="0"/>
                <a:ea typeface="PMingLiU" panose="02020500000000000000" charset="-120"/>
                <a:cs typeface="Lucida Sans Typewriter" panose="020B0509030504030204" charset="0"/>
              </a:rPr>
              <a:t>Table map :</a:t>
            </a:r>
            <a:endParaRPr lang="en-US" altLang="zh-TW" sz="1400" dirty="0">
              <a:latin typeface="Arial" panose="020B0604020202020204" pitchFamily="34" charset="0"/>
              <a:ea typeface="PMingLiU" panose="02020500000000000000" charset="-120"/>
              <a:cs typeface="Lucida Sans Typewriter" panose="020B0509030504030204" charset="0"/>
            </a:endParaRPr>
          </a:p>
          <a:p>
            <a:pPr marL="0" indent="0" eaLnBrk="1" hangingPunct="1">
              <a:buFont typeface="Wingdings" panose="05000000000000000000" charset="0"/>
              <a:buNone/>
            </a:pPr>
            <a:r>
              <a:rPr lang="en-US" altLang="zh-TW" sz="1400" dirty="0">
                <a:latin typeface="Arial" panose="020B0604020202020204" pitchFamily="34" charset="0"/>
                <a:ea typeface="PMingLiU" panose="02020500000000000000" charset="-120"/>
                <a:cs typeface="Lucida Sans Typewriter" panose="020B0509030504030204" charset="0"/>
              </a:rPr>
              <a:t>Internal name     Table name</a:t>
            </a:r>
            <a:endParaRPr lang="en-US" altLang="zh-TW" sz="1400" dirty="0">
              <a:latin typeface="Arial" panose="020B0604020202020204" pitchFamily="34" charset="0"/>
              <a:ea typeface="PMingLiU" panose="02020500000000000000" charset="-120"/>
              <a:cs typeface="Lucida Sans Typewriter" panose="020B0509030504030204" charset="0"/>
            </a:endParaRPr>
          </a:p>
          <a:p>
            <a:pPr marL="0" indent="0" eaLnBrk="1" hangingPunct="1">
              <a:buFont typeface="Wingdings" panose="05000000000000000000" charset="0"/>
              <a:buNone/>
            </a:pPr>
            <a:r>
              <a:rPr lang="en-US" altLang="zh-TW" sz="1400" dirty="0">
                <a:latin typeface="Arial" panose="020B0604020202020204" pitchFamily="34" charset="0"/>
                <a:ea typeface="PMingLiU" panose="02020500000000000000" charset="-120"/>
                <a:cs typeface="Lucida Sans Typewriter" panose="020B0509030504030204" charset="0"/>
              </a:rPr>
              <a:t>t1                customer</a:t>
            </a:r>
            <a:endParaRPr lang="en-US" altLang="zh-TW" sz="1400" dirty="0">
              <a:latin typeface="Arial" panose="020B0604020202020204" pitchFamily="34" charset="0"/>
              <a:ea typeface="PMingLiU" panose="02020500000000000000" charset="-120"/>
              <a:cs typeface="Lucida Sans Typewriter" panose="020B0509030504030204" charset="0"/>
            </a:endParaRPr>
          </a:p>
          <a:p>
            <a:pPr marL="0" indent="0" eaLnBrk="1" hangingPunct="1">
              <a:buFont typeface="Wingdings" panose="05000000000000000000" charset="0"/>
              <a:buNone/>
            </a:pPr>
            <a:endParaRPr lang="en-US" altLang="zh-TW" sz="1400" dirty="0">
              <a:latin typeface="Arial" panose="020B0604020202020204" pitchFamily="34" charset="0"/>
              <a:ea typeface="PMingLiU" panose="02020500000000000000" charset="-120"/>
              <a:cs typeface="Lucida Sans Typewriter" panose="020B0509030504030204" charset="0"/>
            </a:endParaRPr>
          </a:p>
          <a:p>
            <a:pPr marL="0" indent="0" eaLnBrk="1" hangingPunct="1">
              <a:buFont typeface="Wingdings" panose="05000000000000000000" charset="0"/>
              <a:buNone/>
            </a:pPr>
            <a:r>
              <a:rPr lang="en-US" altLang="zh-TW" sz="1400" dirty="0">
                <a:latin typeface="Arial" panose="020B0604020202020204" pitchFamily="34" charset="0"/>
                <a:ea typeface="PMingLiU" panose="02020500000000000000" charset="-120"/>
                <a:cs typeface="Lucida Sans Typewriter" panose="020B0509030504030204" charset="0"/>
              </a:rPr>
              <a:t>  type     table  </a:t>
            </a:r>
            <a:r>
              <a:rPr lang="en-US" altLang="zh-TW" sz="1400" dirty="0" err="1">
                <a:latin typeface="Arial" panose="020B0604020202020204" pitchFamily="34" charset="0"/>
                <a:ea typeface="PMingLiU" panose="02020500000000000000" charset="-120"/>
                <a:cs typeface="Lucida Sans Typewriter" panose="020B0509030504030204" charset="0"/>
              </a:rPr>
              <a:t>rows_prod</a:t>
            </a:r>
            <a:r>
              <a:rPr lang="en-US" altLang="zh-TW" sz="1400" dirty="0">
                <a:latin typeface="Arial" panose="020B0604020202020204" pitchFamily="34" charset="0"/>
                <a:ea typeface="PMingLiU" panose="02020500000000000000" charset="-120"/>
                <a:cs typeface="Lucida Sans Typewriter" panose="020B0509030504030204" charset="0"/>
              </a:rPr>
              <a:t>  </a:t>
            </a:r>
            <a:r>
              <a:rPr lang="en-US" altLang="zh-TW" sz="1400" dirty="0" err="1">
                <a:latin typeface="Arial" panose="020B0604020202020204" pitchFamily="34" charset="0"/>
                <a:ea typeface="PMingLiU" panose="02020500000000000000" charset="-120"/>
                <a:cs typeface="Lucida Sans Typewriter" panose="020B0509030504030204" charset="0"/>
              </a:rPr>
              <a:t>est_rows</a:t>
            </a:r>
            <a:r>
              <a:rPr lang="en-US" altLang="zh-TW" sz="1400" dirty="0">
                <a:latin typeface="Arial" panose="020B0604020202020204" pitchFamily="34" charset="0"/>
                <a:ea typeface="PMingLiU" panose="02020500000000000000" charset="-120"/>
                <a:cs typeface="Lucida Sans Typewriter" panose="020B0509030504030204" charset="0"/>
              </a:rPr>
              <a:t>  </a:t>
            </a:r>
            <a:r>
              <a:rPr lang="en-US" altLang="zh-TW" sz="1400" dirty="0" err="1">
                <a:latin typeface="Arial" panose="020B0604020202020204" pitchFamily="34" charset="0"/>
                <a:ea typeface="PMingLiU" panose="02020500000000000000" charset="-120"/>
                <a:cs typeface="Lucida Sans Typewriter" panose="020B0509030504030204" charset="0"/>
              </a:rPr>
              <a:t>rows_scan</a:t>
            </a:r>
            <a:r>
              <a:rPr lang="en-US" altLang="zh-TW" sz="1400" dirty="0">
                <a:latin typeface="Arial" panose="020B0604020202020204" pitchFamily="34" charset="0"/>
                <a:ea typeface="PMingLiU" panose="02020500000000000000" charset="-120"/>
                <a:cs typeface="Lucida Sans Typewriter" panose="020B0509030504030204" charset="0"/>
              </a:rPr>
              <a:t>  time       </a:t>
            </a:r>
            <a:r>
              <a:rPr lang="en-US" altLang="zh-TW" sz="1400" dirty="0" err="1">
                <a:latin typeface="Arial" panose="020B0604020202020204" pitchFamily="34" charset="0"/>
                <a:ea typeface="PMingLiU" panose="02020500000000000000" charset="-120"/>
                <a:cs typeface="Lucida Sans Typewriter" panose="020B0509030504030204" charset="0"/>
              </a:rPr>
              <a:t>est_cost</a:t>
            </a:r>
            <a:endParaRPr lang="en-US" altLang="zh-TW" sz="1400" dirty="0">
              <a:latin typeface="Arial" panose="020B0604020202020204" pitchFamily="34" charset="0"/>
              <a:ea typeface="PMingLiU" panose="02020500000000000000" charset="-120"/>
              <a:cs typeface="Lucida Sans Typewriter" panose="020B0509030504030204" charset="0"/>
            </a:endParaRPr>
          </a:p>
          <a:p>
            <a:pPr marL="0" indent="0" eaLnBrk="1" hangingPunct="1">
              <a:buFont typeface="Wingdings" panose="05000000000000000000" charset="0"/>
              <a:buNone/>
            </a:pPr>
            <a:r>
              <a:rPr lang="en-US" altLang="zh-TW" sz="1400" dirty="0">
                <a:latin typeface="Arial" panose="020B0604020202020204" pitchFamily="34" charset="0"/>
                <a:ea typeface="PMingLiU" panose="02020500000000000000" charset="-120"/>
                <a:cs typeface="Lucida Sans Typewriter" panose="020B0509030504030204" charset="0"/>
              </a:rPr>
              <a:t>  -------------------------------------------------------------------------------------</a:t>
            </a:r>
            <a:endParaRPr lang="en-US" altLang="zh-TW" sz="1400" dirty="0">
              <a:latin typeface="Arial" panose="020B0604020202020204" pitchFamily="34" charset="0"/>
              <a:ea typeface="PMingLiU" panose="02020500000000000000" charset="-120"/>
              <a:cs typeface="Lucida Sans Typewriter" panose="020B0509030504030204" charset="0"/>
            </a:endParaRPr>
          </a:p>
          <a:p>
            <a:pPr marL="0" indent="0" eaLnBrk="1" hangingPunct="1">
              <a:buFont typeface="Wingdings" panose="05000000000000000000" charset="0"/>
              <a:buNone/>
            </a:pPr>
            <a:r>
              <a:rPr lang="en-US" altLang="zh-TW" sz="1400" dirty="0">
                <a:latin typeface="Arial" panose="020B0604020202020204" pitchFamily="34" charset="0"/>
                <a:ea typeface="PMingLiU" panose="02020500000000000000" charset="-120"/>
                <a:cs typeface="Lucida Sans Typewriter" panose="020B0509030504030204" charset="0"/>
              </a:rPr>
              <a:t>  scan     t1     99814      2000008   10000041   </a:t>
            </a:r>
            <a:r>
              <a:rPr lang="en-US" altLang="zh-TW" sz="1400" dirty="0">
                <a:solidFill>
                  <a:srgbClr val="FF0000"/>
                </a:solidFill>
                <a:latin typeface="Arial" panose="020B0604020202020204" pitchFamily="34" charset="0"/>
                <a:ea typeface="PMingLiU" panose="02020500000000000000" charset="-120"/>
                <a:cs typeface="Lucida Sans Typewriter" panose="020B0509030504030204" charset="0"/>
              </a:rPr>
              <a:t>00:23.23   354094</a:t>
            </a:r>
            <a:endParaRPr lang="en-US" altLang="zh-TW" sz="1400" dirty="0">
              <a:solidFill>
                <a:srgbClr val="FF0000"/>
              </a:solidFill>
              <a:latin typeface="Arial" panose="020B0604020202020204" pitchFamily="34" charset="0"/>
              <a:ea typeface="PMingLiU" panose="02020500000000000000" charset="-120"/>
              <a:cs typeface="Lucida Sans Typewriter" panose="020B0509030504030204" charset="0"/>
            </a:endParaRPr>
          </a:p>
        </p:txBody>
      </p:sp>
      <p:graphicFrame>
        <p:nvGraphicFramePr>
          <p:cNvPr id="552973" name="Group 13"/>
          <p:cNvGraphicFramePr>
            <a:graphicFrameLocks noGrp="1"/>
          </p:cNvGraphicFramePr>
          <p:nvPr>
            <p:ph sz="half" idx="2"/>
          </p:nvPr>
        </p:nvGraphicFramePr>
        <p:xfrm>
          <a:off x="533400" y="1052736"/>
          <a:ext cx="7632700" cy="609600"/>
        </p:xfrm>
        <a:graphic>
          <a:graphicData uri="http://schemas.openxmlformats.org/drawingml/2006/table">
            <a:tbl>
              <a:tblPr/>
              <a:tblGrid>
                <a:gridCol w="7632700"/>
              </a:tblGrid>
              <a:tr h="609600">
                <a:tc>
                  <a:txBody>
                    <a:bodyPr/>
                    <a:lstStyle/>
                    <a:p>
                      <a:pPr marL="0" marR="0" lvl="0" indent="0" algn="l" defTabSz="914400" rtl="0" eaLnBrk="1" fontAlgn="base" latinLnBrk="0" hangingPunct="1">
                        <a:lnSpc>
                          <a:spcPct val="130000"/>
                        </a:lnSpc>
                        <a:spcBef>
                          <a:spcPct val="20000"/>
                        </a:spcBef>
                        <a:spcAft>
                          <a:spcPct val="0"/>
                        </a:spcAft>
                        <a:buClr>
                          <a:srgbClr val="660066"/>
                        </a:buClr>
                        <a:buSzPct val="80000"/>
                        <a:buFont typeface="Wingdings" panose="05000000000000000000" charset="0"/>
                        <a:buNone/>
                      </a:pPr>
                      <a:r>
                        <a:rPr kumimoji="1" lang="en-US" altLang="zh-TW" sz="2000" b="1" i="0" u="none" strike="noStrike" cap="none" normalizeH="0" baseline="0" dirty="0">
                          <a:ln>
                            <a:noFill/>
                          </a:ln>
                          <a:solidFill>
                            <a:srgbClr val="000000"/>
                          </a:solidFill>
                          <a:effectLst/>
                          <a:latin typeface="Arial" panose="020B0604020202020204" pitchFamily="34" charset="0"/>
                          <a:ea typeface="DFKai-SB" panose="03000509000000000000" charset="-120"/>
                          <a:cs typeface="DFKai-SB" panose="03000509000000000000" charset="-120"/>
                        </a:rPr>
                        <a:t>SELECT * FROM customer WHERE </a:t>
                      </a:r>
                      <a:r>
                        <a:rPr kumimoji="0" lang="en-US" altLang="zh-TW" sz="2000" b="0" i="0" u="none" strike="noStrike" cap="none" normalizeH="0" baseline="0" dirty="0" err="1">
                          <a:ln>
                            <a:noFill/>
                          </a:ln>
                          <a:solidFill>
                            <a:schemeClr val="tx1"/>
                          </a:solidFill>
                          <a:effectLst/>
                          <a:latin typeface="Arial" panose="020B0604020202020204" pitchFamily="34" charset="0"/>
                          <a:ea typeface="PMingLiU" panose="02020500000000000000" charset="-120"/>
                          <a:cs typeface="PMingLiU" panose="02020500000000000000" charset="-120"/>
                        </a:rPr>
                        <a:t>zipcode</a:t>
                      </a:r>
                      <a:r>
                        <a:rPr kumimoji="0" lang="en-US" altLang="zh-TW" sz="2000" b="0" i="0" u="none" strike="noStrike" cap="none" normalizeH="0" baseline="0" dirty="0">
                          <a:ln>
                            <a:noFill/>
                          </a:ln>
                          <a:solidFill>
                            <a:schemeClr val="tx1"/>
                          </a:solidFill>
                          <a:effectLst/>
                          <a:latin typeface="Arial" panose="020B0604020202020204" pitchFamily="34" charset="0"/>
                          <a:ea typeface="PMingLiU" panose="02020500000000000000" charset="-120"/>
                          <a:cs typeface="PMingLiU" panose="02020500000000000000" charset="-120"/>
                        </a:rPr>
                        <a:t>[</a:t>
                      </a:r>
                      <a:r>
                        <a:rPr kumimoji="0" lang="en-US" altLang="zh-TW" sz="2000" b="0" i="0" u="none" strike="noStrike" cap="none" normalizeH="0" baseline="0" dirty="0">
                          <a:ln>
                            <a:noFill/>
                          </a:ln>
                          <a:solidFill>
                            <a:srgbClr val="3366FF"/>
                          </a:solidFill>
                          <a:effectLst/>
                          <a:latin typeface="Arial" panose="020B0604020202020204" pitchFamily="34" charset="0"/>
                          <a:ea typeface="PMingLiU" panose="02020500000000000000" charset="-120"/>
                          <a:cs typeface="PMingLiU" panose="02020500000000000000" charset="-120"/>
                        </a:rPr>
                        <a:t>4</a:t>
                      </a:r>
                      <a:r>
                        <a:rPr kumimoji="0" lang="en-US" altLang="zh-TW" sz="2000" b="0" i="0" u="none" strike="noStrike" cap="none" normalizeH="0" baseline="0" dirty="0">
                          <a:ln>
                            <a:noFill/>
                          </a:ln>
                          <a:solidFill>
                            <a:schemeClr val="tx1"/>
                          </a:solidFill>
                          <a:effectLst/>
                          <a:latin typeface="Arial" panose="020B0604020202020204" pitchFamily="34" charset="0"/>
                          <a:ea typeface="PMingLiU" panose="02020500000000000000" charset="-120"/>
                          <a:cs typeface="PMingLiU" panose="02020500000000000000" charset="-120"/>
                        </a:rPr>
                        <a:t>,5] = '63' </a:t>
                      </a:r>
                      <a:endParaRPr kumimoji="1" lang="en-US" altLang="zh-TW" sz="2000" b="1" i="0" u="none" strike="noStrike" cap="none" normalizeH="0" baseline="0" dirty="0">
                        <a:ln>
                          <a:noFill/>
                        </a:ln>
                        <a:solidFill>
                          <a:schemeClr val="tx1"/>
                        </a:solidFill>
                        <a:effectLst/>
                        <a:latin typeface="Arial" panose="020B0604020202020204" pitchFamily="34" charset="0"/>
                        <a:ea typeface="DFKai-SB" panose="03000509000000000000" charset="-120"/>
                        <a:cs typeface="DFKai-SB" panose="03000509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CC"/>
                    </a:solidFill>
                  </a:tcPr>
                </a:tc>
              </a:tr>
            </a:tbl>
          </a:graphicData>
        </a:graphic>
      </p:graphicFrame>
      <p:sp>
        <p:nvSpPr>
          <p:cNvPr id="5" name="Rectangle 2"/>
          <p:cNvSpPr txBox="1">
            <a:spLocks noChangeArrowheads="1"/>
          </p:cNvSpPr>
          <p:nvPr/>
        </p:nvSpPr>
        <p:spPr bwMode="auto">
          <a:xfrm>
            <a:off x="677333" y="304800"/>
            <a:ext cx="7793567" cy="482600"/>
          </a:xfrm>
          <a:prstGeom prst="rect">
            <a:avLst/>
          </a:prstGeom>
          <a:noFill/>
          <a:ln w="9525">
            <a:noFill/>
            <a:miter lim="800000"/>
          </a:ln>
        </p:spPr>
        <p:txBody>
          <a:bodyPr vert="horz" wrap="square" lIns="0" tIns="0" rIns="0" bIns="0" numCol="1" anchor="t" anchorCtr="0" compatLnSpc="1"/>
          <a:lstStyle/>
          <a:p>
            <a:pPr fontAlgn="base">
              <a:spcBef>
                <a:spcPct val="0"/>
              </a:spcBef>
              <a:spcAft>
                <a:spcPct val="0"/>
              </a:spcAft>
              <a:defRPr/>
            </a:pPr>
            <a:r>
              <a:rPr kumimoji="0" lang="en-US" altLang="zh-TW" sz="28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PMingLiU" panose="02020500000000000000" charset="-120"/>
              </a:rPr>
              <a:t>SQL </a:t>
            </a:r>
            <a:r>
              <a:rPr kumimoji="0" lang="zh-CN" altLang="en-US" sz="28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GungsuhChe" panose="02030609000101010101" charset="-127"/>
              </a:rPr>
              <a:t>优化</a:t>
            </a:r>
            <a:r>
              <a:rPr kumimoji="0" lang="zh-TW" altLang="en-US" sz="28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PMingLiU" panose="02020500000000000000" charset="-120"/>
              </a:rPr>
              <a:t> </a:t>
            </a:r>
            <a:r>
              <a:rPr kumimoji="0" lang="en-US" altLang="zh-TW" sz="28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PMingLiU" panose="02020500000000000000" charset="-120"/>
              </a:rPr>
              <a:t>– </a:t>
            </a:r>
            <a:r>
              <a:rPr kumimoji="0" lang="zh-CN" altLang="en-US" sz="28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宋体" panose="02010600030101010101" pitchFamily="2" charset="-122"/>
              </a:rPr>
              <a:t>不包含首位的子字符串</a:t>
            </a:r>
            <a:r>
              <a:rPr kumimoji="0" lang="en-US" altLang="zh-CN" sz="28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宋体" panose="02010600030101010101" pitchFamily="2" charset="-122"/>
              </a:rPr>
              <a:t> </a:t>
            </a:r>
            <a:r>
              <a:rPr lang="en-US" altLang="zh-CN" sz="2800" dirty="0">
                <a:cs typeface="宋体" panose="02010600030101010101" pitchFamily="2" charset="-122"/>
              </a:rPr>
              <a:t>(3)</a:t>
            </a:r>
            <a:endParaRPr lang="en-US" altLang="zh-TW" sz="2800" b="1" kern="0" dirty="0">
              <a:latin typeface="微软雅黑" panose="020B0503020204020204" pitchFamily="34" charset="-122"/>
              <a:ea typeface="微软雅黑" panose="020B0503020204020204" pitchFamily="34" charset="-122"/>
              <a:cs typeface="宋体" panose="02010600030101010101" pitchFamily="2" charset="-122"/>
            </a:endParaRPr>
          </a:p>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TW" sz="28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宋体" panose="02010600030101010101" pitchFamily="2" charset="-122"/>
            </a:endParaRPr>
          </a:p>
        </p:txBody>
      </p:sp>
      <p:sp>
        <p:nvSpPr>
          <p:cNvPr id="7" name="灯片编号占位符 9"/>
          <p:cNvSpPr txBox="1"/>
          <p:nvPr/>
        </p:nvSpPr>
        <p:spPr>
          <a:xfrm>
            <a:off x="0" y="6457950"/>
            <a:ext cx="9144000" cy="365125"/>
          </a:xfrm>
          <a:prstGeom prst="rect">
            <a:avLst/>
          </a:prstGeom>
        </p:spPr>
        <p:txBody>
          <a:bodyPr vert="horz" wrap="square" lIns="91440" tIns="45720" rIns="91440" bIns="45720" numCol="1" anchor="ctr" anchorCtr="0" compatLnSpc="1"/>
          <a:lstStyle>
            <a:lvl1pPr algn="r">
              <a:defRPr sz="1200" b="0">
                <a:solidFill>
                  <a:schemeClr val="bg1">
                    <a:lumMod val="50000"/>
                  </a:schemeClr>
                </a:solidFill>
                <a:latin typeface="+mn-lt"/>
                <a:ea typeface="宋体" panose="02010600030101010101" pitchFamily="2" charset="-122"/>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84CFB1C9-13D2-4FCA-8E43-5D048D3AC9EF}" type="slidenum">
              <a:rPr kumimoji="1" lang="zh-CN" altLang="en-US" sz="1200" b="0" i="0" u="none" strike="noStrike" kern="1200" cap="none" spc="0" normalizeH="0" baseline="0" noProof="0" smtClean="0">
                <a:ln>
                  <a:noFill/>
                </a:ln>
                <a:solidFill>
                  <a:schemeClr val="bg1">
                    <a:lumMod val="50000"/>
                  </a:schemeClr>
                </a:solidFill>
                <a:effectLst/>
                <a:uLnTx/>
                <a:uFillTx/>
                <a:latin typeface="+mn-lt"/>
                <a:ea typeface="宋体" panose="02010600030101010101" pitchFamily="2" charset="-122"/>
                <a:cs typeface="+mn-cs"/>
              </a:rPr>
            </a:fld>
            <a:endParaRPr kumimoji="1" lang="zh-CN" altLang="en-US" sz="1200" b="0" i="0" u="none" strike="noStrike" kern="1200" cap="none" spc="0" normalizeH="0" baseline="0" noProof="0" dirty="0">
              <a:ln>
                <a:noFill/>
              </a:ln>
              <a:solidFill>
                <a:schemeClr val="bg1">
                  <a:lumMod val="50000"/>
                </a:schemeClr>
              </a:solidFill>
              <a:effectLst/>
              <a:uLnTx/>
              <a:uFillTx/>
              <a:latin typeface="+mn-lt"/>
              <a:ea typeface="宋体" panose="02010600030101010101" pitchFamily="2" charset="-122"/>
              <a:cs typeface="+mn-cs"/>
            </a:endParaRP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2"/>
          <p:cNvSpPr>
            <a:spLocks noGrp="1" noChangeArrowheads="1"/>
          </p:cNvSpPr>
          <p:nvPr>
            <p:ph type="title"/>
          </p:nvPr>
        </p:nvSpPr>
        <p:spPr/>
        <p:txBody>
          <a:bodyPr/>
          <a:lstStyle/>
          <a:p>
            <a:pPr algn="l"/>
            <a:r>
              <a:rPr lang="en-US" altLang="zh-TW" b="1" dirty="0">
                <a:cs typeface="PMingLiU" panose="02020500000000000000" charset="-120"/>
              </a:rPr>
              <a:t>SQL </a:t>
            </a:r>
            <a:r>
              <a:rPr lang="zh-CN" altLang="en-US" b="1" dirty="0">
                <a:cs typeface="宋体" panose="02010600030101010101" pitchFamily="2" charset="-122"/>
              </a:rPr>
              <a:t>优化</a:t>
            </a:r>
            <a:r>
              <a:rPr lang="zh-CN" altLang="en-US" b="1" dirty="0">
                <a:cs typeface="PMingLiU" panose="02020500000000000000" charset="-120"/>
              </a:rPr>
              <a:t> </a:t>
            </a:r>
            <a:r>
              <a:rPr lang="en-US" altLang="zh-CN" b="1" dirty="0">
                <a:cs typeface="PMingLiU" panose="02020500000000000000" charset="-120"/>
              </a:rPr>
              <a:t>- Union</a:t>
            </a:r>
            <a:endParaRPr lang="en-US" altLang="zh-CN" b="1" dirty="0">
              <a:cs typeface="PMingLiU" panose="02020500000000000000" charset="-120"/>
            </a:endParaRPr>
          </a:p>
        </p:txBody>
      </p:sp>
      <p:sp>
        <p:nvSpPr>
          <p:cNvPr id="157699" name="Rectangle 3"/>
          <p:cNvSpPr>
            <a:spLocks noGrp="1" noChangeArrowheads="1"/>
          </p:cNvSpPr>
          <p:nvPr>
            <p:ph idx="1"/>
          </p:nvPr>
        </p:nvSpPr>
        <p:spPr>
          <a:xfrm>
            <a:off x="683568" y="1411764"/>
            <a:ext cx="7539682" cy="1296144"/>
          </a:xfrm>
        </p:spPr>
        <p:txBody>
          <a:bodyPr/>
          <a:lstStyle/>
          <a:p>
            <a:pPr>
              <a:lnSpc>
                <a:spcPct val="195000"/>
              </a:lnSpc>
            </a:pPr>
            <a:r>
              <a:rPr lang="en-US" altLang="zh-CN" dirty="0">
                <a:latin typeface="微软雅黑" panose="020B0503020204020204" pitchFamily="34" charset="-122"/>
                <a:ea typeface="微软雅黑" panose="020B0503020204020204" pitchFamily="34" charset="-122"/>
                <a:cs typeface="微软雅黑" panose="020B0503020204020204" pitchFamily="34" charset="-122"/>
              </a:rPr>
              <a:t>SQL</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指令的优化</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dirty="0">
                <a:solidFill>
                  <a:srgbClr val="0000FF"/>
                </a:solidFill>
                <a:cs typeface="宋体" panose="02010600030101010101" pitchFamily="2" charset="-122"/>
              </a:rPr>
              <a:t>union all</a:t>
            </a:r>
            <a:endParaRPr lang="en-US" altLang="zh-CN" dirty="0">
              <a:solidFill>
                <a:srgbClr val="0000FF"/>
              </a:solidFill>
              <a:cs typeface="宋体" panose="02010600030101010101" pitchFamily="2" charset="-122"/>
            </a:endParaRPr>
          </a:p>
          <a:p>
            <a:pPr lvl="1">
              <a:lnSpc>
                <a:spcPct val="195000"/>
              </a:lnSpc>
            </a:pPr>
            <a:r>
              <a:rPr lang="zh-CN" altLang="en-US" sz="1800" dirty="0">
                <a:cs typeface="宋体" panose="02010600030101010101" pitchFamily="2" charset="-122"/>
              </a:rPr>
              <a:t>在可以确定结果集不会有重复的情况下，使用 </a:t>
            </a:r>
            <a:r>
              <a:rPr lang="en-US" altLang="zh-CN" sz="1800" dirty="0">
                <a:cs typeface="宋体" panose="02010600030101010101" pitchFamily="2" charset="-122"/>
              </a:rPr>
              <a:t>union all </a:t>
            </a:r>
            <a:r>
              <a:rPr lang="zh-CN" altLang="en-US" sz="1800" dirty="0">
                <a:cs typeface="宋体" panose="02010600030101010101" pitchFamily="2" charset="-122"/>
              </a:rPr>
              <a:t>而不是 </a:t>
            </a:r>
            <a:r>
              <a:rPr lang="en-US" altLang="zh-CN" sz="1800" dirty="0">
                <a:cs typeface="宋体" panose="02010600030101010101" pitchFamily="2" charset="-122"/>
              </a:rPr>
              <a:t>union</a:t>
            </a:r>
            <a:endParaRPr lang="en-US" altLang="zh-CN" sz="1800" dirty="0">
              <a:cs typeface="宋体" panose="02010600030101010101" pitchFamily="2" charset="-122"/>
            </a:endParaRPr>
          </a:p>
        </p:txBody>
      </p:sp>
      <p:sp>
        <p:nvSpPr>
          <p:cNvPr id="4" name="灯片编号占位符 9"/>
          <p:cNvSpPr>
            <a:spLocks noGrp="1"/>
          </p:cNvSpPr>
          <p:nvPr>
            <p:ph type="sldNum" sz="quarter" idx="4294967295"/>
          </p:nvPr>
        </p:nvSpPr>
        <p:spPr>
          <a:xfrm>
            <a:off x="0" y="6457950"/>
            <a:ext cx="9144000" cy="365125"/>
          </a:xfrm>
          <a:prstGeom prst="rect">
            <a:avLst/>
          </a:prstGeom>
        </p:spPr>
        <p:txBody>
          <a:bodyPr vert="horz" wrap="square" lIns="91440" tIns="45720" rIns="91440" bIns="45720" numCol="1" anchor="ctr" anchorCtr="0" compatLnSpc="1"/>
          <a:lstStyle>
            <a:lvl1pPr algn="r">
              <a:defRPr sz="1200" b="0">
                <a:solidFill>
                  <a:schemeClr val="bg1">
                    <a:lumMod val="50000"/>
                  </a:schemeClr>
                </a:solidFill>
                <a:latin typeface="+mn-lt"/>
                <a:ea typeface="宋体" panose="02010600030101010101" pitchFamily="2" charset="-122"/>
              </a:defRPr>
            </a:lvl1pPr>
          </a:lstStyle>
          <a:p>
            <a:fld id="{84CFB1C9-13D2-4FCA-8E43-5D048D3AC9EF}" type="slidenum">
              <a:rPr kumimoji="1" lang="zh-CN" altLang="en-US" smtClean="0"/>
            </a:fld>
            <a:endParaRPr kumimoji="1" lang="zh-CN" altLang="en-US" dirty="0"/>
          </a:p>
        </p:txBody>
      </p:sp>
      <p:sp>
        <p:nvSpPr>
          <p:cNvPr id="2" name="文本框 1"/>
          <p:cNvSpPr txBox="1"/>
          <p:nvPr/>
        </p:nvSpPr>
        <p:spPr>
          <a:xfrm>
            <a:off x="755576" y="3641735"/>
            <a:ext cx="7488832" cy="1292662"/>
          </a:xfrm>
          <a:prstGeom prst="rect">
            <a:avLst/>
          </a:prstGeom>
          <a:solidFill>
            <a:srgbClr val="D9D9D9"/>
          </a:solidFill>
          <a:ln>
            <a:solidFill>
              <a:srgbClr val="3366FF"/>
            </a:solidFill>
          </a:ln>
        </p:spPr>
        <p:txBody>
          <a:bodyPr wrap="square" rtlCol="0">
            <a:spAutoFit/>
          </a:bodyPr>
          <a:lstStyle/>
          <a:p>
            <a:pPr lvl="1"/>
            <a:r>
              <a:rPr lang="en-US" altLang="zh-CN" sz="2000" dirty="0">
                <a:cs typeface="宋体" panose="02010600030101010101" pitchFamily="2" charset="-122"/>
              </a:rPr>
              <a:t>select </a:t>
            </a:r>
            <a:r>
              <a:rPr lang="en-US" altLang="zh-CN" sz="2000" dirty="0" err="1">
                <a:cs typeface="宋体" panose="02010600030101010101" pitchFamily="2" charset="-122"/>
              </a:rPr>
              <a:t>employee_num</a:t>
            </a:r>
            <a:r>
              <a:rPr lang="en-US" altLang="zh-CN" sz="2000" dirty="0">
                <a:cs typeface="宋体" panose="02010600030101010101" pitchFamily="2" charset="-122"/>
              </a:rPr>
              <a:t> from </a:t>
            </a:r>
            <a:r>
              <a:rPr lang="en-US" altLang="zh-CN" sz="2000" dirty="0" err="1">
                <a:cs typeface="宋体" panose="02010600030101010101" pitchFamily="2" charset="-122"/>
              </a:rPr>
              <a:t>red_region</a:t>
            </a:r>
            <a:endParaRPr lang="en-US" altLang="zh-CN" sz="2000" dirty="0">
              <a:cs typeface="宋体" panose="02010600030101010101" pitchFamily="2" charset="-122"/>
            </a:endParaRPr>
          </a:p>
          <a:p>
            <a:pPr lvl="1">
              <a:buFont typeface="Webdings" panose="05030102010509060703" charset="0"/>
              <a:buNone/>
            </a:pPr>
            <a:r>
              <a:rPr lang="en-US" altLang="zh-CN" sz="2000" dirty="0">
                <a:solidFill>
                  <a:srgbClr val="0000FF"/>
                </a:solidFill>
                <a:cs typeface="宋体" panose="02010600030101010101" pitchFamily="2" charset="-122"/>
              </a:rPr>
              <a:t>union all</a:t>
            </a:r>
            <a:endParaRPr lang="en-US" altLang="zh-CN" sz="2000" dirty="0">
              <a:solidFill>
                <a:srgbClr val="0000FF"/>
              </a:solidFill>
              <a:cs typeface="宋体" panose="02010600030101010101" pitchFamily="2" charset="-122"/>
            </a:endParaRPr>
          </a:p>
          <a:p>
            <a:pPr lvl="1">
              <a:buFont typeface="Webdings" panose="05030102010509060703" charset="0"/>
              <a:buNone/>
            </a:pPr>
            <a:r>
              <a:rPr lang="en-US" altLang="zh-CN" sz="2000" dirty="0">
                <a:cs typeface="宋体" panose="02010600030101010101" pitchFamily="2" charset="-122"/>
              </a:rPr>
              <a:t>select </a:t>
            </a:r>
            <a:r>
              <a:rPr lang="en-US" altLang="zh-CN" sz="2000" dirty="0" err="1">
                <a:cs typeface="宋体" panose="02010600030101010101" pitchFamily="2" charset="-122"/>
              </a:rPr>
              <a:t>employee_num</a:t>
            </a:r>
            <a:r>
              <a:rPr lang="en-US" altLang="zh-CN" sz="2000" dirty="0">
                <a:cs typeface="宋体" panose="02010600030101010101" pitchFamily="2" charset="-122"/>
              </a:rPr>
              <a:t> from </a:t>
            </a:r>
            <a:r>
              <a:rPr lang="en-US" altLang="zh-CN" sz="2000" dirty="0" err="1">
                <a:cs typeface="宋体" panose="02010600030101010101" pitchFamily="2" charset="-122"/>
              </a:rPr>
              <a:t>green_region</a:t>
            </a:r>
            <a:endParaRPr lang="en-US" altLang="zh-CN" sz="2000" dirty="0">
              <a:cs typeface="宋体" panose="02010600030101010101" pitchFamily="2" charset="-122"/>
            </a:endParaRPr>
          </a:p>
          <a:p>
            <a:endParaRPr kumimoji="1" lang="zh-CN" altLang="en-US" dirty="0"/>
          </a:p>
        </p:txBody>
      </p:sp>
    </p:spTree>
  </p:cSld>
  <p:clrMapOvr>
    <a:masterClrMapping/>
  </p:clrMapOvr>
  <p:transition>
    <p:wipe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67"/>
          <p:cNvSpPr>
            <a:spLocks noGrp="1" noChangeArrowheads="1"/>
          </p:cNvSpPr>
          <p:nvPr>
            <p:ph type="title"/>
          </p:nvPr>
        </p:nvSpPr>
        <p:spPr/>
        <p:txBody>
          <a:bodyPr/>
          <a:lstStyle/>
          <a:p>
            <a:pPr algn="l"/>
            <a:r>
              <a:rPr lang="en-US" altLang="zh-TW" b="1" dirty="0">
                <a:cs typeface="宋体" panose="02010600030101010101" pitchFamily="2" charset="-122"/>
              </a:rPr>
              <a:t>SQL </a:t>
            </a:r>
            <a:r>
              <a:rPr lang="zh-CN" altLang="en-US" b="1" dirty="0">
                <a:cs typeface="宋体" panose="02010600030101010101" pitchFamily="2" charset="-122"/>
              </a:rPr>
              <a:t>优化</a:t>
            </a:r>
            <a:r>
              <a:rPr lang="zh-TW" altLang="en-US" b="1" dirty="0">
                <a:cs typeface="宋体" panose="02010600030101010101" pitchFamily="2" charset="-122"/>
              </a:rPr>
              <a:t> </a:t>
            </a:r>
            <a:r>
              <a:rPr lang="en-US" altLang="zh-TW" b="1" dirty="0">
                <a:cs typeface="宋体" panose="02010600030101010101" pitchFamily="2" charset="-122"/>
              </a:rPr>
              <a:t>– </a:t>
            </a:r>
            <a:r>
              <a:rPr lang="zh-CN" altLang="en-US" b="1" dirty="0">
                <a:cs typeface="宋体" panose="02010600030101010101" pitchFamily="2" charset="-122"/>
              </a:rPr>
              <a:t>相关自连接</a:t>
            </a:r>
            <a:r>
              <a:rPr lang="en-US" altLang="zh-CN" b="1" dirty="0">
                <a:cs typeface="宋体" panose="02010600030101010101" pitchFamily="2" charset="-122"/>
              </a:rPr>
              <a:t>(</a:t>
            </a:r>
            <a:r>
              <a:rPr lang="en-US" altLang="zh-TW" b="1" dirty="0">
                <a:cs typeface="宋体" panose="02010600030101010101" pitchFamily="2" charset="-122"/>
              </a:rPr>
              <a:t>correlated self-join</a:t>
            </a:r>
            <a:r>
              <a:rPr lang="en-US" altLang="zh-CN" b="1" dirty="0">
                <a:cs typeface="宋体" panose="02010600030101010101" pitchFamily="2" charset="-122"/>
              </a:rPr>
              <a:t>)</a:t>
            </a:r>
            <a:endParaRPr lang="en-US" altLang="zh-TW" dirty="0">
              <a:cs typeface="PMingLiU" panose="02020500000000000000" charset="-120"/>
            </a:endParaRPr>
          </a:p>
        </p:txBody>
      </p:sp>
      <p:graphicFrame>
        <p:nvGraphicFramePr>
          <p:cNvPr id="507980" name="Group 76"/>
          <p:cNvGraphicFramePr>
            <a:graphicFrameLocks noGrp="1"/>
          </p:cNvGraphicFramePr>
          <p:nvPr>
            <p:ph idx="1"/>
          </p:nvPr>
        </p:nvGraphicFramePr>
        <p:xfrm>
          <a:off x="683568" y="1916832"/>
          <a:ext cx="7537450" cy="2621279"/>
        </p:xfrm>
        <a:graphic>
          <a:graphicData uri="http://schemas.openxmlformats.org/drawingml/2006/table">
            <a:tbl>
              <a:tblPr/>
              <a:tblGrid>
                <a:gridCol w="940409"/>
                <a:gridCol w="968776"/>
                <a:gridCol w="798567"/>
                <a:gridCol w="1021258"/>
                <a:gridCol w="3808440"/>
              </a:tblGrid>
              <a:tr h="363538">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TW" sz="1600" b="0" i="0" u="none" strike="noStrike" cap="none" normalizeH="0" baseline="0" dirty="0">
                          <a:ln>
                            <a:noFill/>
                          </a:ln>
                          <a:solidFill>
                            <a:schemeClr val="tx1"/>
                          </a:solidFill>
                          <a:effectLst/>
                          <a:latin typeface="Arial" panose="020B0604020202020204" pitchFamily="34" charset="0"/>
                          <a:ea typeface="PMingLiU" panose="02020500000000000000" charset="-120"/>
                          <a:cs typeface="Times New Roman" panose="02020603050405020304" charset="0"/>
                        </a:rPr>
                        <a:t>Database</a:t>
                      </a:r>
                      <a:endParaRPr kumimoji="1" lang="en-US" altLang="zh-TW" sz="1600" b="0" i="0" u="none" strike="noStrike" cap="none" normalizeH="0" baseline="0" dirty="0">
                        <a:ln>
                          <a:noFill/>
                        </a:ln>
                        <a:solidFill>
                          <a:schemeClr val="tx1"/>
                        </a:solidFill>
                        <a:effectLst/>
                        <a:latin typeface="Arial" panose="020B0604020202020204" pitchFamily="34" charset="0"/>
                        <a:ea typeface="PMingLiU" panose="02020500000000000000" charset="-120"/>
                        <a:cs typeface="Times New Roman" panose="02020603050405020304" charset="0"/>
                      </a:endParaRPr>
                    </a:p>
                  </a:txBody>
                  <a:tcPr marL="81701" marR="817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TW" sz="1600" b="0" i="0" u="none" strike="noStrike" cap="none" normalizeH="0" baseline="0">
                          <a:ln>
                            <a:noFill/>
                          </a:ln>
                          <a:solidFill>
                            <a:schemeClr val="tx1"/>
                          </a:solidFill>
                          <a:effectLst/>
                          <a:latin typeface="Arial" panose="020B0604020202020204" pitchFamily="34" charset="0"/>
                          <a:ea typeface="PMingLiU" panose="02020500000000000000" charset="-120"/>
                          <a:cs typeface="Times New Roman" panose="02020603050405020304" charset="0"/>
                        </a:rPr>
                        <a:t>Cost</a:t>
                      </a:r>
                      <a:endParaRPr kumimoji="1" lang="en-US" altLang="zh-TW" sz="1600" b="0" i="0" u="none" strike="noStrike" cap="none" normalizeH="0" baseline="0">
                        <a:ln>
                          <a:noFill/>
                        </a:ln>
                        <a:solidFill>
                          <a:schemeClr val="tx1"/>
                        </a:solidFill>
                        <a:effectLst/>
                        <a:latin typeface="Arial" panose="020B0604020202020204" pitchFamily="34" charset="0"/>
                        <a:ea typeface="PMingLiU" panose="02020500000000000000" charset="-120"/>
                        <a:cs typeface="Times New Roman" panose="02020603050405020304" charset="0"/>
                      </a:endParaRPr>
                    </a:p>
                  </a:txBody>
                  <a:tcPr marL="81701" marR="817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TW" sz="1600" b="0" i="0" u="none" strike="noStrike" cap="none" normalizeH="0" baseline="0">
                          <a:ln>
                            <a:noFill/>
                          </a:ln>
                          <a:solidFill>
                            <a:schemeClr val="tx1"/>
                          </a:solidFill>
                          <a:effectLst/>
                          <a:latin typeface="Arial" panose="020B0604020202020204" pitchFamily="34" charset="0"/>
                          <a:ea typeface="PMingLiU" panose="02020500000000000000" charset="-120"/>
                          <a:cs typeface="Times New Roman" panose="02020603050405020304" charset="0"/>
                        </a:rPr>
                        <a:t>N Rows</a:t>
                      </a:r>
                      <a:endParaRPr kumimoji="1" lang="en-US" altLang="zh-TW" sz="1600" b="0" i="0" u="none" strike="noStrike" cap="none" normalizeH="0" baseline="0">
                        <a:ln>
                          <a:noFill/>
                        </a:ln>
                        <a:solidFill>
                          <a:schemeClr val="tx1"/>
                        </a:solidFill>
                        <a:effectLst/>
                        <a:latin typeface="Arial" panose="020B0604020202020204" pitchFamily="34" charset="0"/>
                        <a:ea typeface="PMingLiU" panose="02020500000000000000" charset="-120"/>
                        <a:cs typeface="Times New Roman" panose="02020603050405020304" charset="0"/>
                      </a:endParaRPr>
                    </a:p>
                  </a:txBody>
                  <a:tcPr marL="81701" marR="817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TW" sz="1600" b="0" i="0" u="none" strike="noStrike" cap="none" normalizeH="0" baseline="0">
                          <a:ln>
                            <a:noFill/>
                          </a:ln>
                          <a:solidFill>
                            <a:schemeClr val="tx1"/>
                          </a:solidFill>
                          <a:effectLst/>
                          <a:latin typeface="Arial" panose="020B0604020202020204" pitchFamily="34" charset="0"/>
                          <a:ea typeface="PMingLiU" panose="02020500000000000000" charset="-120"/>
                          <a:cs typeface="Times New Roman" panose="02020603050405020304" charset="0"/>
                        </a:rPr>
                        <a:t>Frequency</a:t>
                      </a:r>
                      <a:endParaRPr kumimoji="1" lang="en-US" altLang="zh-TW" sz="1600" b="0" i="0" u="none" strike="noStrike" cap="none" normalizeH="0" baseline="0">
                        <a:ln>
                          <a:noFill/>
                        </a:ln>
                        <a:solidFill>
                          <a:schemeClr val="tx1"/>
                        </a:solidFill>
                        <a:effectLst/>
                        <a:latin typeface="Arial" panose="020B0604020202020204" pitchFamily="34" charset="0"/>
                        <a:ea typeface="PMingLiU" panose="02020500000000000000" charset="-120"/>
                        <a:cs typeface="Times New Roman" panose="02020603050405020304" charset="0"/>
                      </a:endParaRPr>
                    </a:p>
                  </a:txBody>
                  <a:tcPr marL="81701" marR="817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TW" sz="1600" b="0" i="0" u="none" strike="noStrike" cap="none" normalizeH="0" baseline="0">
                          <a:ln>
                            <a:noFill/>
                          </a:ln>
                          <a:solidFill>
                            <a:schemeClr val="tx1"/>
                          </a:solidFill>
                          <a:effectLst/>
                          <a:latin typeface="Arial" panose="020B0604020202020204" pitchFamily="34" charset="0"/>
                          <a:ea typeface="PMingLiU" panose="02020500000000000000" charset="-120"/>
                          <a:cs typeface="Times New Roman" panose="02020603050405020304" charset="0"/>
                        </a:rPr>
                        <a:t>SQL Statement</a:t>
                      </a:r>
                      <a:endParaRPr kumimoji="1" lang="en-US" altLang="zh-TW" sz="1600" b="0" i="0" u="none" strike="noStrike" cap="none" normalizeH="0" baseline="0">
                        <a:ln>
                          <a:noFill/>
                        </a:ln>
                        <a:solidFill>
                          <a:schemeClr val="tx1"/>
                        </a:solidFill>
                        <a:effectLst/>
                        <a:latin typeface="Arial" panose="020B0604020202020204" pitchFamily="34" charset="0"/>
                        <a:ea typeface="PMingLiU" panose="02020500000000000000" charset="-120"/>
                        <a:cs typeface="Times New Roman" panose="02020603050405020304" charset="0"/>
                      </a:endParaRPr>
                    </a:p>
                  </a:txBody>
                  <a:tcPr marL="81701" marR="817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89230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TW" sz="1600" b="0" i="0" u="none" strike="noStrike" cap="none" normalizeH="0" baseline="0" dirty="0" err="1">
                          <a:ln>
                            <a:noFill/>
                          </a:ln>
                          <a:solidFill>
                            <a:schemeClr val="tx1"/>
                          </a:solidFill>
                          <a:effectLst/>
                          <a:latin typeface="Arial" panose="020B0604020202020204" pitchFamily="34" charset="0"/>
                          <a:ea typeface="PMingLiU" panose="02020500000000000000" charset="-120"/>
                          <a:cs typeface="Times New Roman" panose="02020603050405020304" charset="0"/>
                        </a:rPr>
                        <a:t>Crmdb</a:t>
                      </a:r>
                      <a:endParaRPr kumimoji="1" lang="en-US" altLang="zh-TW" sz="1600" b="0" i="0" u="none" strike="noStrike" cap="none" normalizeH="0" baseline="0" dirty="0">
                        <a:ln>
                          <a:noFill/>
                        </a:ln>
                        <a:solidFill>
                          <a:schemeClr val="tx1"/>
                        </a:solidFill>
                        <a:effectLst/>
                        <a:latin typeface="Arial" panose="020B0604020202020204" pitchFamily="34" charset="0"/>
                        <a:ea typeface="PMingLiU" panose="02020500000000000000" charset="-120"/>
                        <a:cs typeface="Times New Roman" panose="02020603050405020304" charset="0"/>
                      </a:endParaRPr>
                    </a:p>
                  </a:txBody>
                  <a:tcPr marL="81701" marR="817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TW" sz="1600" b="0" i="0" u="none" strike="noStrike" cap="none" normalizeH="0" baseline="0" dirty="0">
                          <a:ln>
                            <a:noFill/>
                          </a:ln>
                          <a:solidFill>
                            <a:schemeClr val="tx1"/>
                          </a:solidFill>
                          <a:effectLst/>
                          <a:latin typeface="Arial" panose="020B0604020202020204" pitchFamily="34" charset="0"/>
                          <a:ea typeface="PMingLiU" panose="02020500000000000000" charset="-120"/>
                          <a:cs typeface="Times New Roman" panose="02020603050405020304" charset="0"/>
                        </a:rPr>
                        <a:t>649724304</a:t>
                      </a:r>
                      <a:endParaRPr kumimoji="1" lang="en-US" altLang="zh-TW" sz="1600" b="0" i="0" u="none" strike="noStrike" cap="none" normalizeH="0" baseline="0" dirty="0">
                        <a:ln>
                          <a:noFill/>
                        </a:ln>
                        <a:solidFill>
                          <a:schemeClr val="tx1"/>
                        </a:solidFill>
                        <a:effectLst/>
                        <a:latin typeface="Arial" panose="020B0604020202020204" pitchFamily="34" charset="0"/>
                        <a:ea typeface="PMingLiU" panose="02020500000000000000" charset="-120"/>
                        <a:cs typeface="Times New Roman" panose="02020603050405020304" charset="0"/>
                      </a:endParaRPr>
                    </a:p>
                  </a:txBody>
                  <a:tcPr marL="81701" marR="817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TW" sz="1600" b="0" i="0" u="none" strike="noStrike" cap="none" normalizeH="0" baseline="0" dirty="0">
                          <a:ln>
                            <a:noFill/>
                          </a:ln>
                          <a:solidFill>
                            <a:schemeClr val="tx1"/>
                          </a:solidFill>
                          <a:effectLst/>
                          <a:latin typeface="Arial" panose="020B0604020202020204" pitchFamily="34" charset="0"/>
                          <a:ea typeface="PMingLiU" panose="02020500000000000000" charset="-120"/>
                          <a:cs typeface="Times New Roman" panose="02020603050405020304" charset="0"/>
                        </a:rPr>
                        <a:t>91202</a:t>
                      </a:r>
                      <a:endParaRPr kumimoji="1" lang="en-US" altLang="zh-TW" sz="1600" b="0" i="0" u="none" strike="noStrike" cap="none" normalizeH="0" baseline="0" dirty="0">
                        <a:ln>
                          <a:noFill/>
                        </a:ln>
                        <a:solidFill>
                          <a:schemeClr val="tx1"/>
                        </a:solidFill>
                        <a:effectLst/>
                        <a:latin typeface="Arial" panose="020B0604020202020204" pitchFamily="34" charset="0"/>
                        <a:ea typeface="PMingLiU" panose="02020500000000000000" charset="-120"/>
                        <a:cs typeface="Times New Roman" panose="02020603050405020304" charset="0"/>
                      </a:endParaRPr>
                    </a:p>
                  </a:txBody>
                  <a:tcPr marL="81701" marR="817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TW" sz="1600" b="0" i="0" u="none" strike="noStrike" cap="none" normalizeH="0" baseline="0" dirty="0">
                          <a:ln>
                            <a:noFill/>
                          </a:ln>
                          <a:solidFill>
                            <a:schemeClr val="tx1"/>
                          </a:solidFill>
                          <a:effectLst/>
                          <a:latin typeface="Arial" panose="020B0604020202020204" pitchFamily="34" charset="0"/>
                          <a:ea typeface="PMingLiU" panose="02020500000000000000" charset="-120"/>
                          <a:cs typeface="Times New Roman" panose="02020603050405020304" charset="0"/>
                        </a:rPr>
                        <a:t>4</a:t>
                      </a:r>
                      <a:endParaRPr kumimoji="1" lang="en-US" altLang="zh-TW" sz="1600" b="0" i="0" u="none" strike="noStrike" cap="none" normalizeH="0" baseline="0" dirty="0">
                        <a:ln>
                          <a:noFill/>
                        </a:ln>
                        <a:solidFill>
                          <a:schemeClr val="tx1"/>
                        </a:solidFill>
                        <a:effectLst/>
                        <a:latin typeface="Arial" panose="020B0604020202020204" pitchFamily="34" charset="0"/>
                        <a:ea typeface="PMingLiU" panose="02020500000000000000" charset="-120"/>
                        <a:cs typeface="Times New Roman" panose="02020603050405020304" charset="0"/>
                      </a:endParaRPr>
                    </a:p>
                  </a:txBody>
                  <a:tcPr marL="81701" marR="817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TW" sz="1600" b="0" i="0" u="none" strike="noStrike" cap="none" normalizeH="0" baseline="0" dirty="0">
                          <a:ln>
                            <a:noFill/>
                          </a:ln>
                          <a:solidFill>
                            <a:schemeClr val="tx1"/>
                          </a:solidFill>
                          <a:effectLst/>
                          <a:latin typeface="Arial" panose="020B0604020202020204" pitchFamily="34" charset="0"/>
                          <a:ea typeface="PMingLiU" panose="02020500000000000000" charset="-120"/>
                          <a:cs typeface="Times New Roman" panose="02020603050405020304" charset="0"/>
                        </a:rPr>
                        <a:t>select distinct </a:t>
                      </a:r>
                      <a:r>
                        <a:rPr kumimoji="1" lang="en-US" altLang="zh-TW" sz="1600" b="0" i="0" u="none" strike="noStrike" cap="none" normalizeH="0" baseline="0" dirty="0" err="1">
                          <a:ln>
                            <a:noFill/>
                          </a:ln>
                          <a:solidFill>
                            <a:srgbClr val="0000FF"/>
                          </a:solidFill>
                          <a:effectLst/>
                          <a:latin typeface="Arial" panose="020B0604020202020204" pitchFamily="34" charset="0"/>
                          <a:ea typeface="PMingLiU" panose="02020500000000000000" charset="-120"/>
                          <a:cs typeface="Times New Roman" panose="02020603050405020304" charset="0"/>
                        </a:rPr>
                        <a:t>a.pricing_plan_id</a:t>
                      </a:r>
                      <a:br>
                        <a:rPr kumimoji="1" lang="en-US" altLang="zh-TW" sz="1600" b="0" i="0" u="none" strike="noStrike" cap="none" normalizeH="0" baseline="0" dirty="0">
                          <a:ln>
                            <a:noFill/>
                          </a:ln>
                          <a:solidFill>
                            <a:srgbClr val="0000FF"/>
                          </a:solidFill>
                          <a:effectLst/>
                          <a:latin typeface="Arial" panose="020B0604020202020204" pitchFamily="34" charset="0"/>
                          <a:ea typeface="PMingLiU" panose="02020500000000000000" charset="-120"/>
                          <a:cs typeface="Times New Roman" panose="02020603050405020304" charset="0"/>
                        </a:rPr>
                      </a:br>
                      <a:r>
                        <a:rPr kumimoji="1" lang="en-US" altLang="zh-TW" sz="1600" b="0" i="0" u="none" strike="noStrike" cap="none" normalizeH="0" baseline="0" dirty="0">
                          <a:ln>
                            <a:noFill/>
                          </a:ln>
                          <a:solidFill>
                            <a:schemeClr val="tx1"/>
                          </a:solidFill>
                          <a:effectLst/>
                          <a:latin typeface="Arial" panose="020B0604020202020204" pitchFamily="34" charset="0"/>
                          <a:ea typeface="PMingLiU" panose="02020500000000000000" charset="-120"/>
                          <a:cs typeface="Times New Roman" panose="02020603050405020304" charset="0"/>
                        </a:rPr>
                        <a:t>from </a:t>
                      </a:r>
                      <a:r>
                        <a:rPr kumimoji="1" lang="en-US" altLang="zh-TW" sz="1600" b="0" i="0" u="none" strike="noStrike" cap="none" normalizeH="0" baseline="0" dirty="0" err="1">
                          <a:ln>
                            <a:noFill/>
                          </a:ln>
                          <a:solidFill>
                            <a:schemeClr val="tx1"/>
                          </a:solidFill>
                          <a:effectLst/>
                          <a:latin typeface="Arial" panose="020B0604020202020204" pitchFamily="34" charset="0"/>
                          <a:ea typeface="PMingLiU" panose="02020500000000000000" charset="-120"/>
                          <a:cs typeface="Times New Roman" panose="02020603050405020304" charset="0"/>
                        </a:rPr>
                        <a:t>u_cust_price_plan</a:t>
                      </a:r>
                      <a:r>
                        <a:rPr kumimoji="1" lang="en-US" altLang="zh-TW" sz="1600" b="0" i="0" u="none" strike="noStrike" cap="none" normalizeH="0" baseline="0" dirty="0">
                          <a:ln>
                            <a:noFill/>
                          </a:ln>
                          <a:solidFill>
                            <a:schemeClr val="tx1"/>
                          </a:solidFill>
                          <a:effectLst/>
                          <a:latin typeface="Arial" panose="020B0604020202020204" pitchFamily="34" charset="0"/>
                          <a:ea typeface="PMingLiU" panose="02020500000000000000" charset="-120"/>
                          <a:cs typeface="Times New Roman" panose="02020603050405020304" charset="0"/>
                        </a:rPr>
                        <a:t> a</a:t>
                      </a:r>
                      <a:br>
                        <a:rPr kumimoji="1" lang="en-US" altLang="zh-TW" sz="1600" b="0" i="0" u="none" strike="noStrike" cap="none" normalizeH="0" baseline="0" dirty="0">
                          <a:ln>
                            <a:noFill/>
                          </a:ln>
                          <a:solidFill>
                            <a:schemeClr val="tx1"/>
                          </a:solidFill>
                          <a:effectLst/>
                          <a:latin typeface="Arial" panose="020B0604020202020204" pitchFamily="34" charset="0"/>
                          <a:ea typeface="PMingLiU" panose="02020500000000000000" charset="-120"/>
                          <a:cs typeface="Times New Roman" panose="02020603050405020304" charset="0"/>
                        </a:rPr>
                      </a:br>
                      <a:r>
                        <a:rPr kumimoji="1" lang="en-US" altLang="zh-TW" sz="1600" b="0" i="0" u="none" strike="noStrike" cap="none" normalizeH="0" baseline="0" dirty="0">
                          <a:ln>
                            <a:noFill/>
                          </a:ln>
                          <a:solidFill>
                            <a:schemeClr val="tx1"/>
                          </a:solidFill>
                          <a:effectLst/>
                          <a:latin typeface="Arial" panose="020B0604020202020204" pitchFamily="34" charset="0"/>
                          <a:ea typeface="PMingLiU" panose="02020500000000000000" charset="-120"/>
                          <a:cs typeface="Times New Roman" panose="02020603050405020304" charset="0"/>
                        </a:rPr>
                        <a:t>where </a:t>
                      </a:r>
                      <a:r>
                        <a:rPr kumimoji="1" lang="en-US" altLang="zh-TW" sz="1600" b="0" i="0" u="none" strike="noStrike" cap="none" normalizeH="0" baseline="0" dirty="0" err="1">
                          <a:ln>
                            <a:noFill/>
                          </a:ln>
                          <a:solidFill>
                            <a:schemeClr val="tx1"/>
                          </a:solidFill>
                          <a:effectLst/>
                          <a:latin typeface="Arial" panose="020B0604020202020204" pitchFamily="34" charset="0"/>
                          <a:ea typeface="PMingLiU" panose="02020500000000000000" charset="-120"/>
                          <a:cs typeface="Times New Roman" panose="02020603050405020304" charset="0"/>
                        </a:rPr>
                        <a:t>a.belong_object_type</a:t>
                      </a:r>
                      <a:r>
                        <a:rPr kumimoji="1" lang="en-US" altLang="zh-TW" sz="1600" b="0" i="0" u="none" strike="noStrike" cap="none" normalizeH="0" baseline="0" dirty="0">
                          <a:ln>
                            <a:noFill/>
                          </a:ln>
                          <a:solidFill>
                            <a:schemeClr val="tx1"/>
                          </a:solidFill>
                          <a:effectLst/>
                          <a:latin typeface="Arial" panose="020B0604020202020204" pitchFamily="34" charset="0"/>
                          <a:ea typeface="PMingLiU" panose="02020500000000000000" charset="-120"/>
                          <a:cs typeface="Times New Roman" panose="02020603050405020304" charset="0"/>
                        </a:rPr>
                        <a:t> = "80u"</a:t>
                      </a:r>
                      <a:br>
                        <a:rPr kumimoji="1" lang="en-US" altLang="zh-TW" sz="1600" b="0" i="0" u="none" strike="noStrike" cap="none" normalizeH="0" baseline="0" dirty="0">
                          <a:ln>
                            <a:noFill/>
                          </a:ln>
                          <a:solidFill>
                            <a:schemeClr val="tx1"/>
                          </a:solidFill>
                          <a:effectLst/>
                          <a:latin typeface="Arial" panose="020B0604020202020204" pitchFamily="34" charset="0"/>
                          <a:ea typeface="PMingLiU" panose="02020500000000000000" charset="-120"/>
                          <a:cs typeface="Times New Roman" panose="02020603050405020304" charset="0"/>
                        </a:rPr>
                      </a:br>
                      <a:r>
                        <a:rPr kumimoji="1" lang="en-US" altLang="zh-TW" sz="1600" b="0" i="0" u="none" strike="noStrike" cap="none" normalizeH="0" baseline="0" dirty="0">
                          <a:ln>
                            <a:noFill/>
                          </a:ln>
                          <a:solidFill>
                            <a:schemeClr val="tx1"/>
                          </a:solidFill>
                          <a:effectLst/>
                          <a:latin typeface="Arial" panose="020B0604020202020204" pitchFamily="34" charset="0"/>
                          <a:ea typeface="PMingLiU" panose="02020500000000000000" charset="-120"/>
                          <a:cs typeface="Times New Roman" panose="02020603050405020304" charset="0"/>
                        </a:rPr>
                        <a:t>and not exists (select 1</a:t>
                      </a:r>
                      <a:br>
                        <a:rPr kumimoji="1" lang="en-US" altLang="zh-TW" sz="1600" b="0" i="0" u="none" strike="noStrike" cap="none" normalizeH="0" baseline="0" dirty="0">
                          <a:ln>
                            <a:noFill/>
                          </a:ln>
                          <a:solidFill>
                            <a:schemeClr val="tx1"/>
                          </a:solidFill>
                          <a:effectLst/>
                          <a:latin typeface="Arial" panose="020B0604020202020204" pitchFamily="34" charset="0"/>
                          <a:ea typeface="PMingLiU" panose="02020500000000000000" charset="-120"/>
                          <a:cs typeface="Times New Roman" panose="02020603050405020304" charset="0"/>
                        </a:rPr>
                      </a:br>
                      <a:r>
                        <a:rPr kumimoji="1" lang="en-US" altLang="zh-TW" sz="1600" b="0" i="0" u="none" strike="noStrike" cap="none" normalizeH="0" baseline="0" dirty="0">
                          <a:ln>
                            <a:noFill/>
                          </a:ln>
                          <a:solidFill>
                            <a:schemeClr val="tx1"/>
                          </a:solidFill>
                          <a:effectLst/>
                          <a:latin typeface="Arial" panose="020B0604020202020204" pitchFamily="34" charset="0"/>
                          <a:ea typeface="PMingLiU" panose="02020500000000000000" charset="-120"/>
                          <a:cs typeface="Times New Roman" panose="02020603050405020304" charset="0"/>
                        </a:rPr>
                        <a:t>from </a:t>
                      </a:r>
                      <a:r>
                        <a:rPr kumimoji="1" lang="en-US" altLang="zh-TW" sz="1600" b="0" i="0" u="none" strike="noStrike" cap="none" normalizeH="0" baseline="0" dirty="0" err="1">
                          <a:ln>
                            <a:noFill/>
                          </a:ln>
                          <a:solidFill>
                            <a:schemeClr val="tx1"/>
                          </a:solidFill>
                          <a:effectLst/>
                          <a:latin typeface="Arial" panose="020B0604020202020204" pitchFamily="34" charset="0"/>
                          <a:ea typeface="PMingLiU" panose="02020500000000000000" charset="-120"/>
                          <a:cs typeface="Times New Roman" panose="02020603050405020304" charset="0"/>
                        </a:rPr>
                        <a:t>proddb:product_offer</a:t>
                      </a:r>
                      <a:r>
                        <a:rPr kumimoji="1" lang="en-US" altLang="zh-TW" sz="1600" b="0" i="0" u="none" strike="noStrike" cap="none" normalizeH="0" baseline="0" dirty="0">
                          <a:ln>
                            <a:noFill/>
                          </a:ln>
                          <a:solidFill>
                            <a:schemeClr val="tx1"/>
                          </a:solidFill>
                          <a:effectLst/>
                          <a:latin typeface="Arial" panose="020B0604020202020204" pitchFamily="34" charset="0"/>
                          <a:ea typeface="PMingLiU" panose="02020500000000000000" charset="-120"/>
                          <a:cs typeface="Times New Roman" panose="02020603050405020304" charset="0"/>
                        </a:rPr>
                        <a:t> b</a:t>
                      </a:r>
                      <a:br>
                        <a:rPr kumimoji="1" lang="en-US" altLang="zh-TW" sz="1600" b="0" i="0" u="none" strike="noStrike" cap="none" normalizeH="0" baseline="0" dirty="0">
                          <a:ln>
                            <a:noFill/>
                          </a:ln>
                          <a:solidFill>
                            <a:schemeClr val="tx1"/>
                          </a:solidFill>
                          <a:effectLst/>
                          <a:latin typeface="Arial" panose="020B0604020202020204" pitchFamily="34" charset="0"/>
                          <a:ea typeface="PMingLiU" panose="02020500000000000000" charset="-120"/>
                          <a:cs typeface="Times New Roman" panose="02020603050405020304" charset="0"/>
                        </a:rPr>
                      </a:br>
                      <a:r>
                        <a:rPr kumimoji="1" lang="en-US" altLang="zh-TW" sz="1600" b="0" i="0" u="none" strike="noStrike" cap="none" normalizeH="0" baseline="0" dirty="0">
                          <a:ln>
                            <a:noFill/>
                          </a:ln>
                          <a:solidFill>
                            <a:schemeClr val="tx1"/>
                          </a:solidFill>
                          <a:effectLst/>
                          <a:latin typeface="Arial" panose="020B0604020202020204" pitchFamily="34" charset="0"/>
                          <a:ea typeface="PMingLiU" panose="02020500000000000000" charset="-120"/>
                          <a:cs typeface="Times New Roman" panose="02020603050405020304" charset="0"/>
                        </a:rPr>
                        <a:t>where </a:t>
                      </a:r>
                      <a:r>
                        <a:rPr kumimoji="1" lang="en-US" altLang="zh-TW" sz="1600" b="0" i="0" u="none" strike="noStrike" cap="none" normalizeH="0" baseline="0" dirty="0" err="1">
                          <a:ln>
                            <a:noFill/>
                          </a:ln>
                          <a:solidFill>
                            <a:srgbClr val="0000FF"/>
                          </a:solidFill>
                          <a:effectLst/>
                          <a:latin typeface="Arial" panose="020B0604020202020204" pitchFamily="34" charset="0"/>
                          <a:ea typeface="PMingLiU" panose="02020500000000000000" charset="-120"/>
                          <a:cs typeface="Times New Roman" panose="02020603050405020304" charset="0"/>
                        </a:rPr>
                        <a:t>a.pricing_plan_id</a:t>
                      </a:r>
                      <a:r>
                        <a:rPr kumimoji="1" lang="en-US" altLang="zh-TW" sz="1600" b="0" i="0" u="none" strike="noStrike" cap="none" normalizeH="0" baseline="0" dirty="0">
                          <a:ln>
                            <a:noFill/>
                          </a:ln>
                          <a:solidFill>
                            <a:schemeClr val="tx1"/>
                          </a:solidFill>
                          <a:effectLst/>
                          <a:latin typeface="Arial" panose="020B0604020202020204" pitchFamily="34" charset="0"/>
                          <a:ea typeface="PMingLiU" panose="02020500000000000000" charset="-120"/>
                          <a:cs typeface="Times New Roman" panose="02020603050405020304" charset="0"/>
                        </a:rPr>
                        <a:t> = </a:t>
                      </a:r>
                      <a:r>
                        <a:rPr kumimoji="1" lang="en-US" altLang="zh-TW" sz="1600" b="0" i="0" u="none" strike="noStrike" cap="none" normalizeH="0" baseline="0" dirty="0" err="1">
                          <a:ln>
                            <a:noFill/>
                          </a:ln>
                          <a:solidFill>
                            <a:schemeClr val="tx1"/>
                          </a:solidFill>
                          <a:effectLst/>
                          <a:latin typeface="Arial" panose="020B0604020202020204" pitchFamily="34" charset="0"/>
                          <a:ea typeface="PMingLiU" panose="02020500000000000000" charset="-120"/>
                          <a:cs typeface="Times New Roman" panose="02020603050405020304" charset="0"/>
                        </a:rPr>
                        <a:t>b.pricing_plan_id</a:t>
                      </a:r>
                      <a:br>
                        <a:rPr kumimoji="1" lang="en-US" altLang="zh-TW" sz="1600" b="0" i="0" u="none" strike="noStrike" cap="none" normalizeH="0" baseline="0" dirty="0">
                          <a:ln>
                            <a:noFill/>
                          </a:ln>
                          <a:solidFill>
                            <a:schemeClr val="tx1"/>
                          </a:solidFill>
                          <a:effectLst/>
                          <a:latin typeface="Arial" panose="020B0604020202020204" pitchFamily="34" charset="0"/>
                          <a:ea typeface="PMingLiU" panose="02020500000000000000" charset="-120"/>
                          <a:cs typeface="Times New Roman" panose="02020603050405020304" charset="0"/>
                        </a:rPr>
                      </a:br>
                      <a:r>
                        <a:rPr kumimoji="1" lang="en-US" altLang="zh-TW" sz="1600" b="0" i="0" u="none" strike="noStrike" cap="none" normalizeH="0" baseline="0" dirty="0">
                          <a:ln>
                            <a:noFill/>
                          </a:ln>
                          <a:solidFill>
                            <a:schemeClr val="tx1"/>
                          </a:solidFill>
                          <a:effectLst/>
                          <a:latin typeface="Arial" panose="020B0604020202020204" pitchFamily="34" charset="0"/>
                          <a:ea typeface="PMingLiU" panose="02020500000000000000" charset="-120"/>
                          <a:cs typeface="Times New Roman" panose="02020603050405020304" charset="0"/>
                        </a:rPr>
                        <a:t>and </a:t>
                      </a:r>
                      <a:r>
                        <a:rPr kumimoji="1" lang="en-US" altLang="zh-TW" sz="1600" b="0" i="0" u="none" strike="noStrike" cap="none" normalizeH="0" baseline="0" dirty="0" err="1">
                          <a:ln>
                            <a:noFill/>
                          </a:ln>
                          <a:solidFill>
                            <a:schemeClr val="tx1"/>
                          </a:solidFill>
                          <a:effectLst/>
                          <a:latin typeface="Arial" panose="020B0604020202020204" pitchFamily="34" charset="0"/>
                          <a:ea typeface="PMingLiU" panose="02020500000000000000" charset="-120"/>
                          <a:cs typeface="Times New Roman" panose="02020603050405020304" charset="0"/>
                        </a:rPr>
                        <a:t>b.offer_kind</a:t>
                      </a:r>
                      <a:r>
                        <a:rPr kumimoji="1" lang="en-US" altLang="zh-TW" sz="1600" b="0" i="0" u="none" strike="noStrike" cap="none" normalizeH="0" baseline="0" dirty="0">
                          <a:ln>
                            <a:noFill/>
                          </a:ln>
                          <a:solidFill>
                            <a:schemeClr val="tx1"/>
                          </a:solidFill>
                          <a:effectLst/>
                          <a:latin typeface="Arial" panose="020B0604020202020204" pitchFamily="34" charset="0"/>
                          <a:ea typeface="PMingLiU" panose="02020500000000000000" charset="-120"/>
                          <a:cs typeface="Times New Roman" panose="02020603050405020304" charset="0"/>
                        </a:rPr>
                        <a:t> = "3")</a:t>
                      </a:r>
                      <a:endParaRPr kumimoji="1" lang="en-US" altLang="zh-TW" sz="1600" b="0" i="0" u="none" strike="noStrike" cap="none" normalizeH="0" baseline="0" dirty="0">
                        <a:ln>
                          <a:noFill/>
                        </a:ln>
                        <a:solidFill>
                          <a:schemeClr val="tx1"/>
                        </a:solidFill>
                        <a:effectLst/>
                        <a:latin typeface="Arial" panose="020B0604020202020204" pitchFamily="34" charset="0"/>
                        <a:ea typeface="PMingLiU" panose="02020500000000000000" charset="-120"/>
                        <a:cs typeface="Times New Roman" panose="02020603050405020304" charset="0"/>
                      </a:endParaRPr>
                    </a:p>
                  </a:txBody>
                  <a:tcPr marL="81701" marR="817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48151" name="Text Box 77"/>
          <p:cNvSpPr txBox="1">
            <a:spLocks noChangeArrowheads="1"/>
          </p:cNvSpPr>
          <p:nvPr/>
        </p:nvSpPr>
        <p:spPr bwMode="auto">
          <a:xfrm>
            <a:off x="467544" y="4797152"/>
            <a:ext cx="8280400" cy="821250"/>
          </a:xfrm>
          <a:prstGeom prst="rect">
            <a:avLst/>
          </a:prstGeom>
          <a:noFill/>
          <a:ln w="9525">
            <a:solidFill>
              <a:schemeClr val="tx1"/>
            </a:solidFill>
            <a:miter lim="800000"/>
          </a:ln>
        </p:spPr>
        <p:txBody>
          <a:bodyPr>
            <a:spAutoFit/>
          </a:bodyPr>
          <a:lstStyle>
            <a:lvl1pPr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1pPr>
            <a:lvl2pPr marL="742950" indent="-28575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2pPr>
            <a:lvl3pPr marL="1143000" indent="-2286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3pPr>
            <a:lvl4pPr marL="1600200" indent="-2286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4pPr>
            <a:lvl5pPr marL="2057400" indent="-228600" eaLnBrk="0" hangingPunct="0">
              <a:defRPr sz="2400">
                <a:solidFill>
                  <a:schemeClr val="bg1"/>
                </a:solidFill>
                <a:latin typeface="Arial" panose="020B0604020202020204" pitchFamily="34" charset="0"/>
                <a:ea typeface="PMingLiU" panose="02020500000000000000" charset="-120"/>
                <a:cs typeface="PMingLiU" panose="02020500000000000000" charset="-120"/>
              </a:defRPr>
            </a:lvl5pPr>
            <a:lvl6pPr marL="2514600" indent="-2286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6pPr>
            <a:lvl7pPr marL="2971800" indent="-2286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7pPr>
            <a:lvl8pPr marL="3429000" indent="-2286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8pPr>
            <a:lvl9pPr marL="3886200" indent="-228600" eaLnBrk="0" fontAlgn="base" hangingPunct="0">
              <a:spcBef>
                <a:spcPct val="0"/>
              </a:spcBef>
              <a:spcAft>
                <a:spcPct val="0"/>
              </a:spcAft>
              <a:buClr>
                <a:srgbClr val="00A3A1"/>
              </a:buClr>
              <a:buFont typeface="Wingdings" panose="05000000000000000000" charset="0"/>
              <a:defRPr sz="2400">
                <a:solidFill>
                  <a:schemeClr val="bg1"/>
                </a:solidFill>
                <a:latin typeface="Arial" panose="020B0604020202020204" pitchFamily="34" charset="0"/>
                <a:ea typeface="PMingLiU" panose="02020500000000000000" charset="-120"/>
                <a:cs typeface="PMingLiU" panose="02020500000000000000" charset="-120"/>
              </a:defRPr>
            </a:lvl9pPr>
          </a:lstStyle>
          <a:p>
            <a:pPr eaLnBrk="1" hangingPunct="1">
              <a:lnSpc>
                <a:spcPct val="125000"/>
              </a:lnSpc>
              <a:buClrTx/>
              <a:buFontTx/>
              <a:buNone/>
            </a:pPr>
            <a:r>
              <a:rPr lang="zh-CN" altLang="en-US" sz="2000" dirty="0">
                <a:solidFill>
                  <a:schemeClr val="tx1"/>
                </a:solidFill>
                <a:latin typeface="微软雅黑" panose="020B0503020204020204" pitchFamily="34" charset="-122"/>
                <a:ea typeface="微软雅黑" panose="020B0503020204020204" pitchFamily="34" charset="-122"/>
                <a:cs typeface="宋体" panose="02010600030101010101" pitchFamily="2" charset="-122"/>
              </a:rPr>
              <a:t>该</a:t>
            </a:r>
            <a:r>
              <a:rPr lang="en-US" altLang="zh-CN" sz="2000" dirty="0">
                <a:solidFill>
                  <a:schemeClr val="tx1"/>
                </a:solidFill>
                <a:latin typeface="微软雅黑" panose="020B0503020204020204" pitchFamily="34" charset="-122"/>
                <a:ea typeface="微软雅黑" panose="020B0503020204020204" pitchFamily="34" charset="-122"/>
                <a:cs typeface="宋体" panose="02010600030101010101" pitchFamily="2" charset="-122"/>
              </a:rPr>
              <a:t>SQL</a:t>
            </a:r>
            <a:r>
              <a:rPr lang="zh-CN" altLang="en-US" sz="2000" dirty="0">
                <a:solidFill>
                  <a:schemeClr val="tx1"/>
                </a:solidFill>
                <a:latin typeface="微软雅黑" panose="020B0503020204020204" pitchFamily="34" charset="-122"/>
                <a:ea typeface="微软雅黑" panose="020B0503020204020204" pitchFamily="34" charset="-122"/>
                <a:cs typeface="宋体" panose="02010600030101010101" pitchFamily="2" charset="-122"/>
              </a:rPr>
              <a:t>语句为一个典型的相关自连接语句。它不能在</a:t>
            </a:r>
            <a:r>
              <a:rPr lang="en-US" altLang="zh-TW" sz="2000" b="1" dirty="0" err="1">
                <a:solidFill>
                  <a:schemeClr val="tx1"/>
                </a:solidFill>
                <a:latin typeface="微软雅黑" panose="020B0503020204020204" pitchFamily="34" charset="-122"/>
                <a:ea typeface="微软雅黑" panose="020B0503020204020204" pitchFamily="34" charset="-122"/>
                <a:cs typeface="宋体" panose="02010600030101010101" pitchFamily="2" charset="-122"/>
              </a:rPr>
              <a:t>a.pricing_plan_id</a:t>
            </a:r>
            <a:r>
              <a:rPr lang="zh-CN" altLang="en-US" sz="2000" dirty="0">
                <a:solidFill>
                  <a:schemeClr val="tx1"/>
                </a:solidFill>
                <a:latin typeface="微软雅黑" panose="020B0503020204020204" pitchFamily="34" charset="-122"/>
                <a:ea typeface="微软雅黑" panose="020B0503020204020204" pitchFamily="34" charset="-122"/>
                <a:cs typeface="宋体" panose="02010600030101010101" pitchFamily="2" charset="-122"/>
              </a:rPr>
              <a:t>上执行独立的操作，因为它依赖于子查询中的准则</a:t>
            </a:r>
            <a:r>
              <a:rPr lang="zh-CN" altLang="en-US" sz="2000" dirty="0">
                <a:solidFill>
                  <a:schemeClr val="tx1"/>
                </a:solidFill>
                <a:ea typeface="宋体" panose="02010600030101010101" pitchFamily="2" charset="-122"/>
                <a:cs typeface="宋体" panose="02010600030101010101" pitchFamily="2" charset="-122"/>
              </a:rPr>
              <a:t>。</a:t>
            </a:r>
            <a:endParaRPr lang="zh-CN" altLang="en-US" sz="2000" dirty="0">
              <a:solidFill>
                <a:schemeClr val="tx1"/>
              </a:solidFill>
              <a:ea typeface="宋体" panose="02010600030101010101" pitchFamily="2" charset="-122"/>
              <a:cs typeface="宋体" panose="02010600030101010101" pitchFamily="2" charset="-122"/>
            </a:endParaRPr>
          </a:p>
        </p:txBody>
      </p:sp>
      <p:sp>
        <p:nvSpPr>
          <p:cNvPr id="5" name="灯片编号占位符 9"/>
          <p:cNvSpPr>
            <a:spLocks noGrp="1"/>
          </p:cNvSpPr>
          <p:nvPr>
            <p:ph type="sldNum" sz="quarter" idx="4294967295"/>
          </p:nvPr>
        </p:nvSpPr>
        <p:spPr>
          <a:xfrm>
            <a:off x="0" y="6457950"/>
            <a:ext cx="9144000" cy="365125"/>
          </a:xfrm>
          <a:prstGeom prst="rect">
            <a:avLst/>
          </a:prstGeom>
        </p:spPr>
        <p:txBody>
          <a:bodyPr vert="horz" wrap="square" lIns="91440" tIns="45720" rIns="91440" bIns="45720" numCol="1" anchor="ctr" anchorCtr="0" compatLnSpc="1"/>
          <a:lstStyle>
            <a:lvl1pPr algn="r">
              <a:defRPr sz="1200" b="0">
                <a:solidFill>
                  <a:schemeClr val="bg1">
                    <a:lumMod val="50000"/>
                  </a:schemeClr>
                </a:solidFill>
                <a:latin typeface="+mn-lt"/>
                <a:ea typeface="宋体" panose="02010600030101010101" pitchFamily="2" charset="-122"/>
              </a:defRPr>
            </a:lvl1pPr>
          </a:lstStyle>
          <a:p>
            <a:fld id="{84CFB1C9-13D2-4FCA-8E43-5D048D3AC9EF}" type="slidenum">
              <a:rPr kumimoji="1" lang="zh-CN" altLang="en-US" smtClean="0"/>
            </a:fld>
            <a:endParaRPr kumimoji="1" lang="zh-CN" altLang="en-US" dirty="0"/>
          </a:p>
        </p:txBody>
      </p:sp>
      <p:sp>
        <p:nvSpPr>
          <p:cNvPr id="2" name="文本框 1"/>
          <p:cNvSpPr txBox="1"/>
          <p:nvPr/>
        </p:nvSpPr>
        <p:spPr>
          <a:xfrm>
            <a:off x="683568" y="1196752"/>
            <a:ext cx="7632848" cy="483235"/>
          </a:xfrm>
          <a:prstGeom prst="rect">
            <a:avLst/>
          </a:prstGeom>
          <a:noFill/>
        </p:spPr>
        <p:txBody>
          <a:bodyPr wrap="square" rtlCol="0">
            <a:spAutoFit/>
          </a:bodyPr>
          <a:lstStyle/>
          <a:p>
            <a:pPr marL="342900" indent="-342900">
              <a:buClr>
                <a:srgbClr val="FF0000"/>
              </a:buClr>
              <a:buFont typeface="Arial" panose="020B0604020202020204"/>
              <a:buChar char="•"/>
            </a:pPr>
            <a:r>
              <a:rPr kumimoji="1" lang="zh-CN" altLang="en-US" sz="2000" dirty="0">
                <a:latin typeface="微软雅黑" panose="020B0503020204020204" pitchFamily="34" charset="-122"/>
                <a:ea typeface="微软雅黑" panose="020B0503020204020204" pitchFamily="34" charset="-122"/>
                <a:cs typeface="微软雅黑" panose="020B0503020204020204" pitchFamily="34" charset="-122"/>
              </a:rPr>
              <a:t>侦测</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相关自连接</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TW" sz="2000" dirty="0">
                <a:latin typeface="微软雅黑" panose="020B0503020204020204" pitchFamily="34" charset="-122"/>
                <a:ea typeface="微软雅黑" panose="020B0503020204020204" pitchFamily="34" charset="-122"/>
                <a:cs typeface="微软雅黑" panose="020B0503020204020204" pitchFamily="34" charset="-122"/>
              </a:rPr>
              <a:t>correlated self-join</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t>
            </a:r>
            <a:r>
              <a:rPr kumimoji="1" lang="en-US" altLang="zh-CN" sz="2400" dirty="0">
                <a:latin typeface="微软雅黑" panose="020B0503020204020204" pitchFamily="34" charset="-122"/>
                <a:ea typeface="微软雅黑" panose="020B0503020204020204" pitchFamily="34" charset="-122"/>
                <a:cs typeface="微软雅黑" panose="020B0503020204020204" pitchFamily="34" charset="-122"/>
              </a:rPr>
              <a:t> </a:t>
            </a:r>
            <a:endParaRPr kumimoji="1"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wipe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p:cNvSpPr>
            <a:spLocks noGrp="1" noChangeArrowheads="1"/>
          </p:cNvSpPr>
          <p:nvPr>
            <p:ph type="title"/>
          </p:nvPr>
        </p:nvSpPr>
        <p:spPr/>
        <p:txBody>
          <a:bodyPr/>
          <a:lstStyle/>
          <a:p>
            <a:r>
              <a:rPr lang="zh-CN" altLang="en-US" b="1" dirty="0">
                <a:latin typeface="Arial" panose="020B0604020202020204" pitchFamily="34" charset="0"/>
                <a:cs typeface="宋体" panose="02010600030101010101" pitchFamily="2" charset="-122"/>
              </a:rPr>
              <a:t>结论</a:t>
            </a:r>
            <a:r>
              <a:rPr lang="en-US" altLang="zh-CN" b="1" dirty="0">
                <a:latin typeface="Arial" panose="020B0604020202020204" pitchFamily="34" charset="0"/>
                <a:cs typeface="宋体" panose="02010600030101010101" pitchFamily="2" charset="-122"/>
              </a:rPr>
              <a:t>(1)</a:t>
            </a:r>
            <a:endParaRPr lang="zh-TW" altLang="en-US" b="1" dirty="0">
              <a:latin typeface="Arial" panose="020B0604020202020204" pitchFamily="34" charset="0"/>
              <a:cs typeface="宋体" panose="02010600030101010101" pitchFamily="2" charset="-122"/>
            </a:endParaRPr>
          </a:p>
        </p:txBody>
      </p:sp>
      <p:sp>
        <p:nvSpPr>
          <p:cNvPr id="190467" name="Rectangle 3"/>
          <p:cNvSpPr>
            <a:spLocks noGrp="1" noChangeArrowheads="1"/>
          </p:cNvSpPr>
          <p:nvPr>
            <p:ph idx="1"/>
          </p:nvPr>
        </p:nvSpPr>
        <p:spPr>
          <a:xfrm>
            <a:off x="184785" y="980440"/>
            <a:ext cx="8958580" cy="5112385"/>
          </a:xfrm>
        </p:spPr>
        <p:txBody>
          <a:bodyPr>
            <a:normAutofit/>
          </a:bodyPr>
          <a:lstStyle/>
          <a:p>
            <a:pPr marL="0" lvl="1" indent="-514350">
              <a:lnSpc>
                <a:spcPct val="165000"/>
              </a:lnSpc>
            </a:pPr>
            <a:r>
              <a:rPr lang="en-US" altLang="zh-CN" sz="2000" dirty="0">
                <a:cs typeface="宋体" panose="02010600030101010101" pitchFamily="2" charset="-122"/>
                <a:sym typeface="+mn-ea"/>
              </a:rPr>
              <a:t>SQL </a:t>
            </a:r>
            <a:r>
              <a:rPr lang="zh-CN" altLang="en-US" sz="2000" dirty="0">
                <a:cs typeface="宋体" panose="02010600030101010101" pitchFamily="2" charset="-122"/>
                <a:sym typeface="+mn-ea"/>
              </a:rPr>
              <a:t>跟踪</a:t>
            </a:r>
            <a:r>
              <a:rPr lang="en-US" altLang="zh-CN" sz="2000" dirty="0">
                <a:cs typeface="宋体" panose="02010600030101010101" pitchFamily="2" charset="-122"/>
                <a:sym typeface="+mn-ea"/>
              </a:rPr>
              <a:t> (SQLTRACE)</a:t>
            </a:r>
            <a:endParaRPr kumimoji="1" lang="zh-CN" altLang="en-US" sz="2000" dirty="0"/>
          </a:p>
          <a:p>
            <a:pPr marL="800100" lvl="1" indent="-457200" eaLnBrk="1" hangingPunct="1">
              <a:lnSpc>
                <a:spcPct val="165000"/>
              </a:lnSpc>
              <a:buFont typeface="+mj-lt"/>
              <a:buAutoNum type="arabicPeriod"/>
            </a:pPr>
            <a:r>
              <a:rPr lang="zh-CN" altLang="en-US" sz="1800" dirty="0">
                <a:cs typeface="宋体" panose="02010600030101010101" pitchFamily="2" charset="-122"/>
              </a:rPr>
              <a:t>在</a:t>
            </a:r>
            <a:r>
              <a:rPr lang="en-US" altLang="zh-CN" sz="1800" dirty="0">
                <a:cs typeface="宋体" panose="02010600030101010101" pitchFamily="2" charset="-122"/>
              </a:rPr>
              <a:t>OAT</a:t>
            </a:r>
            <a:r>
              <a:rPr lang="zh-CN" altLang="en-US" sz="1800" dirty="0">
                <a:cs typeface="宋体" panose="02010600030101010101" pitchFamily="2" charset="-122"/>
              </a:rPr>
              <a:t>中跟踪</a:t>
            </a:r>
            <a:endParaRPr lang="zh-CN" altLang="en-US" sz="1800" dirty="0">
              <a:cs typeface="宋体" panose="02010600030101010101" pitchFamily="2" charset="-122"/>
            </a:endParaRPr>
          </a:p>
          <a:p>
            <a:pPr marL="800100" lvl="1" indent="-457200" eaLnBrk="1" hangingPunct="1">
              <a:lnSpc>
                <a:spcPct val="165000"/>
              </a:lnSpc>
              <a:buFont typeface="+mj-lt"/>
              <a:buAutoNum type="arabicPeriod"/>
            </a:pPr>
            <a:r>
              <a:rPr lang="zh-CN" altLang="en-US" sz="1800" dirty="0">
                <a:cs typeface="宋体" panose="02010600030101010101" pitchFamily="2" charset="-122"/>
              </a:rPr>
              <a:t>设定</a:t>
            </a:r>
            <a:r>
              <a:rPr lang="en-US" altLang="zh-CN" sz="1800" dirty="0">
                <a:cs typeface="宋体" panose="02010600030101010101" pitchFamily="2" charset="-122"/>
              </a:rPr>
              <a:t>ONCONFIG</a:t>
            </a:r>
            <a:r>
              <a:rPr lang="zh-CN" altLang="en-US" sz="1800" dirty="0">
                <a:cs typeface="宋体" panose="02010600030101010101" pitchFamily="2" charset="-122"/>
              </a:rPr>
              <a:t>参数，手动跟踪。</a:t>
            </a:r>
            <a:endParaRPr kumimoji="1" lang="zh-CN" altLang="en-US" sz="1800" dirty="0"/>
          </a:p>
          <a:p>
            <a:pPr marL="0" lvl="1" indent="-514350">
              <a:lnSpc>
                <a:spcPct val="165000"/>
              </a:lnSpc>
            </a:pPr>
            <a:r>
              <a:rPr lang="en-US" altLang="zh-CN" sz="2000" dirty="0">
                <a:solidFill>
                  <a:srgbClr val="000000"/>
                </a:solidFill>
                <a:sym typeface="+mn-ea"/>
              </a:rPr>
              <a:t> SQL</a:t>
            </a:r>
            <a:r>
              <a:rPr lang="zh-CN" altLang="en-US" sz="2000" dirty="0">
                <a:solidFill>
                  <a:srgbClr val="000000"/>
                </a:solidFill>
                <a:sym typeface="+mn-ea"/>
              </a:rPr>
              <a:t>分析</a:t>
            </a:r>
            <a:r>
              <a:rPr lang="en-US" altLang="zh-CN" sz="2000" dirty="0">
                <a:solidFill>
                  <a:srgbClr val="000000"/>
                </a:solidFill>
                <a:sym typeface="+mn-ea"/>
              </a:rPr>
              <a:t>(</a:t>
            </a:r>
            <a:r>
              <a:rPr lang="en-US" altLang="zh-TW" sz="2000" dirty="0">
                <a:cs typeface="宋体" panose="02010600030101010101" pitchFamily="2" charset="-122"/>
                <a:sym typeface="+mn-ea"/>
              </a:rPr>
              <a:t>SET EXPLAIN</a:t>
            </a:r>
            <a:r>
              <a:rPr lang="en-US" altLang="zh-CN" sz="2000" dirty="0">
                <a:cs typeface="宋体" panose="02010600030101010101" pitchFamily="2" charset="-122"/>
                <a:sym typeface="+mn-ea"/>
              </a:rPr>
              <a:t>)</a:t>
            </a:r>
            <a:endParaRPr kumimoji="1" lang="zh-CN" altLang="en-US" sz="2000" dirty="0"/>
          </a:p>
          <a:p>
            <a:pPr marL="342900" lvl="1" indent="0" eaLnBrk="1" hangingPunct="1">
              <a:lnSpc>
                <a:spcPct val="165000"/>
              </a:lnSpc>
              <a:buFont typeface="+mj-lt"/>
              <a:buNone/>
            </a:pPr>
            <a:r>
              <a:rPr lang="en-US" altLang="zh-TW" sz="1800" dirty="0">
                <a:solidFill>
                  <a:srgbClr val="FF0000"/>
                </a:solidFill>
                <a:cs typeface="微软雅黑" panose="020B0503020204020204" pitchFamily="34" charset="-122"/>
                <a:sym typeface="+mn-ea"/>
              </a:rPr>
              <a:t>1.  </a:t>
            </a:r>
            <a:r>
              <a:rPr lang="en-US" altLang="zh-TW" sz="1800" dirty="0">
                <a:cs typeface="微软雅黑" panose="020B0503020204020204" pitchFamily="34" charset="-122"/>
                <a:sym typeface="+mn-ea"/>
              </a:rPr>
              <a:t> time </a:t>
            </a:r>
            <a:r>
              <a:rPr lang="en-US" altLang="zh-TW" sz="1800" dirty="0" err="1">
                <a:cs typeface="微软雅黑" panose="020B0503020204020204" pitchFamily="34" charset="-122"/>
                <a:sym typeface="+mn-ea"/>
              </a:rPr>
              <a:t>dbaccess</a:t>
            </a:r>
            <a:r>
              <a:rPr lang="en-US" altLang="zh-TW" sz="1800" dirty="0">
                <a:cs typeface="微软雅黑" panose="020B0503020204020204" pitchFamily="34" charset="-122"/>
                <a:sym typeface="+mn-ea"/>
              </a:rPr>
              <a:t> </a:t>
            </a:r>
            <a:r>
              <a:rPr lang="zh-CN" altLang="en-US" sz="1800" dirty="0">
                <a:cs typeface="微软雅黑" panose="020B0503020204020204" pitchFamily="34" charset="-122"/>
                <a:sym typeface="+mn-ea"/>
              </a:rPr>
              <a:t>数据库名</a:t>
            </a:r>
            <a:r>
              <a:rPr lang="en-US" altLang="zh-TW" sz="1800" dirty="0">
                <a:cs typeface="微软雅黑" panose="020B0503020204020204" pitchFamily="34" charset="-122"/>
                <a:sym typeface="+mn-ea"/>
              </a:rPr>
              <a:t>  sql</a:t>
            </a:r>
            <a:r>
              <a:rPr lang="zh-CN" altLang="en-US" sz="1800" dirty="0">
                <a:cs typeface="微软雅黑" panose="020B0503020204020204" pitchFamily="34" charset="-122"/>
                <a:sym typeface="+mn-ea"/>
              </a:rPr>
              <a:t>脚本名</a:t>
            </a:r>
            <a:endParaRPr lang="zh-CN" altLang="en-US" sz="1800" dirty="0">
              <a:cs typeface="微软雅黑" panose="020B0503020204020204" pitchFamily="34" charset="-122"/>
              <a:sym typeface="+mn-ea"/>
            </a:endParaRPr>
          </a:p>
          <a:p>
            <a:pPr marL="342900" lvl="1" indent="0" eaLnBrk="1" hangingPunct="1">
              <a:lnSpc>
                <a:spcPct val="165000"/>
              </a:lnSpc>
              <a:buFont typeface="+mj-lt"/>
              <a:buNone/>
            </a:pPr>
            <a:r>
              <a:rPr lang="en-US" altLang="zh-CN" sz="1800" dirty="0">
                <a:solidFill>
                  <a:srgbClr val="FF0000"/>
                </a:solidFill>
                <a:cs typeface="宋体" panose="02010600030101010101" pitchFamily="2" charset="-122"/>
              </a:rPr>
              <a:t>2.</a:t>
            </a:r>
            <a:r>
              <a:rPr lang="en-US" altLang="zh-CN" sz="1800" dirty="0">
                <a:cs typeface="宋体" panose="02010600030101010101" pitchFamily="2" charset="-122"/>
              </a:rPr>
              <a:t>   SET EXPLAIN ON </a:t>
            </a:r>
            <a:r>
              <a:rPr kumimoji="1" lang="en-US" altLang="zh-TW" sz="1800" dirty="0">
                <a:solidFill>
                  <a:schemeClr val="accent1"/>
                </a:solidFill>
                <a:cs typeface="微软雅黑" panose="020B0503020204020204" pitchFamily="34" charset="-122"/>
                <a:sym typeface="+mn-ea"/>
              </a:rPr>
              <a:t>AVOID_EXECUTE</a:t>
            </a:r>
            <a:r>
              <a:rPr kumimoji="1" lang="zh-CN" altLang="en-US" sz="1800" dirty="0">
                <a:solidFill>
                  <a:schemeClr val="accent1"/>
                </a:solidFill>
                <a:cs typeface="微软雅黑" panose="020B0503020204020204" pitchFamily="34" charset="-122"/>
                <a:sym typeface="+mn-ea"/>
              </a:rPr>
              <a:t>；</a:t>
            </a:r>
            <a:r>
              <a:rPr kumimoji="1" lang="en-US" altLang="zh-TW" sz="1800" b="1" dirty="0">
                <a:solidFill>
                  <a:schemeClr val="accent1"/>
                </a:solidFill>
                <a:cs typeface="微软雅黑" panose="020B0503020204020204" pitchFamily="34" charset="-122"/>
                <a:sym typeface="+mn-ea"/>
              </a:rPr>
              <a:t>  </a:t>
            </a:r>
            <a:r>
              <a:rPr lang="en-US" altLang="zh-CN" sz="1800" dirty="0">
                <a:cs typeface="宋体" panose="02010600030101010101" pitchFamily="2" charset="-122"/>
                <a:sym typeface="+mn-ea"/>
              </a:rPr>
              <a:t>SET EXPLAIN OFF</a:t>
            </a:r>
            <a:r>
              <a:rPr lang="zh-CN" altLang="en-US" sz="1800" dirty="0">
                <a:cs typeface="宋体" panose="02010600030101010101" pitchFamily="2" charset="-122"/>
                <a:sym typeface="+mn-ea"/>
              </a:rPr>
              <a:t>；</a:t>
            </a:r>
            <a:endParaRPr kumimoji="1" lang="zh-CN" altLang="en-US" sz="1800" dirty="0"/>
          </a:p>
          <a:p>
            <a:pPr marL="0" lvl="1" indent="-514350">
              <a:lnSpc>
                <a:spcPct val="165000"/>
              </a:lnSpc>
            </a:pPr>
            <a:r>
              <a:rPr lang="zh-CN" altLang="en-US" sz="2000" b="1" dirty="0">
                <a:solidFill>
                  <a:srgbClr val="000000"/>
                </a:solidFill>
                <a:sym typeface="+mn-ea"/>
              </a:rPr>
              <a:t> </a:t>
            </a:r>
            <a:r>
              <a:rPr kumimoji="1" lang="en-US" altLang="zh-CN" sz="2000" dirty="0">
                <a:sym typeface="+mn-ea"/>
              </a:rPr>
              <a:t>SQL </a:t>
            </a:r>
            <a:r>
              <a:rPr kumimoji="1" lang="zh-CN" altLang="en-US" sz="2000" dirty="0">
                <a:sym typeface="+mn-ea"/>
              </a:rPr>
              <a:t>优化</a:t>
            </a:r>
            <a:endParaRPr lang="zh-CN" altLang="en-US" sz="2000" dirty="0">
              <a:cs typeface="宋体" panose="02010600030101010101" pitchFamily="2" charset="-122"/>
            </a:endParaRPr>
          </a:p>
          <a:p>
            <a:pPr marL="342900" lvl="1" indent="0" eaLnBrk="1" hangingPunct="1">
              <a:lnSpc>
                <a:spcPct val="165000"/>
              </a:lnSpc>
              <a:buFont typeface="+mj-lt"/>
              <a:buNone/>
            </a:pPr>
            <a:r>
              <a:rPr lang="en-US" altLang="zh-CN" sz="1800" dirty="0">
                <a:solidFill>
                  <a:srgbClr val="FF0000"/>
                </a:solidFill>
                <a:cs typeface="宋体" panose="02010600030101010101" pitchFamily="2" charset="-122"/>
              </a:rPr>
              <a:t>1. </a:t>
            </a:r>
            <a:r>
              <a:rPr lang="en-US" altLang="zh-CN" sz="1800" dirty="0">
                <a:cs typeface="宋体" panose="02010600030101010101" pitchFamily="2" charset="-122"/>
              </a:rPr>
              <a:t>   SQL </a:t>
            </a:r>
            <a:r>
              <a:rPr lang="zh-CN" altLang="en-US" sz="1800" dirty="0">
                <a:cs typeface="宋体" panose="02010600030101010101" pitchFamily="2" charset="-122"/>
              </a:rPr>
              <a:t>优化</a:t>
            </a:r>
            <a:r>
              <a:rPr lang="en-US" altLang="zh-CN" sz="1800" dirty="0">
                <a:cs typeface="宋体" panose="02010600030101010101" pitchFamily="2" charset="-122"/>
              </a:rPr>
              <a:t> </a:t>
            </a:r>
            <a:r>
              <a:rPr lang="zh-CN" altLang="en-US" sz="1800" dirty="0">
                <a:cs typeface="宋体" panose="02010600030101010101" pitchFamily="2" charset="-122"/>
              </a:rPr>
              <a:t>－更正不正确的</a:t>
            </a:r>
            <a:r>
              <a:rPr lang="en-US" altLang="zh-TW" sz="1800" dirty="0">
                <a:cs typeface="宋体" panose="02010600030101010101" pitchFamily="2" charset="-122"/>
              </a:rPr>
              <a:t> SQL &amp; Schema</a:t>
            </a:r>
            <a:endParaRPr lang="en-US" altLang="zh-CN" sz="1800" dirty="0">
              <a:cs typeface="宋体" panose="02010600030101010101" pitchFamily="2" charset="-122"/>
            </a:endParaRPr>
          </a:p>
          <a:p>
            <a:pPr marL="342900" lvl="1" indent="0" eaLnBrk="1" hangingPunct="1">
              <a:lnSpc>
                <a:spcPct val="165000"/>
              </a:lnSpc>
              <a:buFont typeface="+mj-lt"/>
              <a:buNone/>
            </a:pPr>
            <a:r>
              <a:rPr lang="en-US" altLang="zh-CN" sz="1800" dirty="0">
                <a:solidFill>
                  <a:srgbClr val="FF0000"/>
                </a:solidFill>
                <a:cs typeface="宋体" panose="02010600030101010101" pitchFamily="2" charset="-122"/>
              </a:rPr>
              <a:t>2.</a:t>
            </a:r>
            <a:r>
              <a:rPr lang="en-US" altLang="zh-CN" sz="1800" dirty="0">
                <a:cs typeface="宋体" panose="02010600030101010101" pitchFamily="2" charset="-122"/>
              </a:rPr>
              <a:t>    </a:t>
            </a:r>
            <a:r>
              <a:rPr lang="zh-CN" altLang="en-US" sz="1800" dirty="0">
                <a:cs typeface="宋体" panose="02010600030101010101" pitchFamily="2" charset="-122"/>
              </a:rPr>
              <a:t>指示符</a:t>
            </a:r>
            <a:r>
              <a:rPr lang="en-US" altLang="zh-CN" sz="1800" dirty="0">
                <a:cs typeface="宋体" panose="02010600030101010101" pitchFamily="2" charset="-122"/>
              </a:rPr>
              <a:t>(</a:t>
            </a:r>
            <a:r>
              <a:rPr lang="en-US" altLang="zh-TW" sz="1800" dirty="0">
                <a:cs typeface="宋体" panose="02010600030101010101" pitchFamily="2" charset="-122"/>
              </a:rPr>
              <a:t>Directive</a:t>
            </a:r>
            <a:r>
              <a:rPr lang="en-US" altLang="zh-CN" sz="1800" dirty="0">
                <a:cs typeface="宋体" panose="02010600030101010101" pitchFamily="2" charset="-122"/>
              </a:rPr>
              <a:t>) </a:t>
            </a:r>
            <a:r>
              <a:rPr lang="zh-CN" altLang="en-US" sz="1800" dirty="0">
                <a:cs typeface="宋体" panose="02010600030101010101" pitchFamily="2" charset="-122"/>
              </a:rPr>
              <a:t>－改变</a:t>
            </a:r>
            <a:r>
              <a:rPr lang="en-US" altLang="zh-CN" sz="1800" dirty="0">
                <a:cs typeface="宋体" panose="02010600030101010101" pitchFamily="2" charset="-122"/>
              </a:rPr>
              <a:t> SQL</a:t>
            </a:r>
            <a:r>
              <a:rPr lang="zh-CN" altLang="en-US" sz="1800" dirty="0">
                <a:cs typeface="宋体" panose="02010600030101010101" pitchFamily="2" charset="-122"/>
              </a:rPr>
              <a:t>优化器的路径</a:t>
            </a:r>
            <a:endParaRPr lang="en-US" altLang="zh-CN" sz="1800" dirty="0">
              <a:cs typeface="宋体" panose="02010600030101010101" pitchFamily="2" charset="-122"/>
            </a:endParaRPr>
          </a:p>
          <a:p>
            <a:pPr marL="457200" indent="-457200" eaLnBrk="1" hangingPunct="1">
              <a:lnSpc>
                <a:spcPct val="165000"/>
              </a:lnSpc>
            </a:pPr>
            <a:endParaRPr lang="en-US" altLang="zh-TW" dirty="0">
              <a:cs typeface="宋体" panose="02010600030101010101" pitchFamily="2" charset="-122"/>
            </a:endParaRPr>
          </a:p>
        </p:txBody>
      </p:sp>
      <p:sp>
        <p:nvSpPr>
          <p:cNvPr id="4" name="灯片编号占位符 9"/>
          <p:cNvSpPr>
            <a:spLocks noGrp="1"/>
          </p:cNvSpPr>
          <p:nvPr>
            <p:ph type="sldNum" sz="quarter" idx="4294967295"/>
          </p:nvPr>
        </p:nvSpPr>
        <p:spPr>
          <a:xfrm>
            <a:off x="0" y="6457950"/>
            <a:ext cx="9144000" cy="365125"/>
          </a:xfrm>
          <a:prstGeom prst="rect">
            <a:avLst/>
          </a:prstGeom>
        </p:spPr>
        <p:txBody>
          <a:bodyPr vert="horz" wrap="square" lIns="91440" tIns="45720" rIns="91440" bIns="45720" numCol="1" anchor="ctr" anchorCtr="0" compatLnSpc="1"/>
          <a:lstStyle>
            <a:lvl1pPr algn="r">
              <a:defRPr sz="1200" b="0">
                <a:solidFill>
                  <a:schemeClr val="bg1">
                    <a:lumMod val="50000"/>
                  </a:schemeClr>
                </a:solidFill>
                <a:latin typeface="+mn-lt"/>
                <a:ea typeface="宋体" panose="02010600030101010101" pitchFamily="2" charset="-122"/>
              </a:defRPr>
            </a:lvl1pPr>
          </a:lstStyle>
          <a:p>
            <a:fld id="{84CFB1C9-13D2-4FCA-8E43-5D048D3AC9EF}" type="slidenum">
              <a:rPr kumimoji="1" lang="zh-CN" altLang="en-US" smtClean="0"/>
            </a:fld>
            <a:endParaRPr kumimoji="1" lang="zh-CN" altLang="en-US" dirty="0"/>
          </a:p>
        </p:txBody>
      </p:sp>
    </p:spTree>
  </p:cSld>
  <p:clrMapOvr>
    <a:masterClrMapping/>
  </p:clrMapOvr>
  <p:transition>
    <p:wipe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0" y="6457950"/>
            <a:ext cx="9144000" cy="365125"/>
          </a:xfrm>
        </p:spPr>
        <p:txBody>
          <a:bodyPr/>
          <a:lstStyle/>
          <a:p>
            <a:fld id="{6F14581E-91BE-4DD1-BEE9-FCA9855E5E43}" type="slidenum">
              <a:rPr lang="zh-CN" altLang="en-US" smtClean="0"/>
            </a:fld>
            <a:endParaRPr lang="zh-CN" altLang="en-US"/>
          </a:p>
        </p:txBody>
      </p:sp>
    </p:spTree>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6" descr="C:\Users\yangsen\Desktop\尾页\图片5.jpg"/>
          <p:cNvPicPr>
            <a:picLocks noChangeAspect="1"/>
          </p:cNvPicPr>
          <p:nvPr/>
        </p:nvPicPr>
        <p:blipFill>
          <a:blip r:embed="rId1"/>
          <a:stretch>
            <a:fillRect/>
          </a:stretch>
        </p:blipFill>
        <p:spPr>
          <a:xfrm>
            <a:off x="6114648" y="3418624"/>
            <a:ext cx="2232248" cy="2165154"/>
          </a:xfrm>
          <a:prstGeom prst="rect">
            <a:avLst/>
          </a:prstGeom>
          <a:noFill/>
          <a:ln w="9525">
            <a:noFill/>
          </a:ln>
        </p:spPr>
      </p:pic>
    </p:spTree>
  </p:cSld>
  <p:clrMapOvr>
    <a:masterClrMapping/>
  </p:clrMapOvr>
  <p:transition>
    <p:wipe dir="r"/>
  </p:transition>
</p:sld>
</file>

<file path=ppt/theme/theme1.xml><?xml version="1.0" encoding="utf-8"?>
<a:theme xmlns:a="http://schemas.openxmlformats.org/drawingml/2006/main" name="1_Blank Presentation">
  <a:themeElements>
    <a:clrScheme name="Blank Presentation 1">
      <a:dk1>
        <a:srgbClr val="000000"/>
      </a:dk1>
      <a:lt1>
        <a:srgbClr val="FFFFFF"/>
      </a:lt1>
      <a:dk2>
        <a:srgbClr val="000000"/>
      </a:dk2>
      <a:lt2>
        <a:srgbClr val="777777"/>
      </a:lt2>
      <a:accent1>
        <a:srgbClr val="FD0000"/>
      </a:accent1>
      <a:accent2>
        <a:srgbClr val="C0C0C0"/>
      </a:accent2>
      <a:accent3>
        <a:srgbClr val="FFFFFF"/>
      </a:accent3>
      <a:accent4>
        <a:srgbClr val="000000"/>
      </a:accent4>
      <a:accent5>
        <a:srgbClr val="FEAAAA"/>
      </a:accent5>
      <a:accent6>
        <a:srgbClr val="AEAEAE"/>
      </a:accent6>
      <a:hlink>
        <a:srgbClr val="4D4D4D"/>
      </a:hlink>
      <a:folHlink>
        <a:srgbClr val="667263"/>
      </a:folHlink>
    </a:clrScheme>
    <a:fontScheme name="Blank Presentatio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2075" tIns="46038" rIns="92075" bIns="46038" numCol="1" anchor="t" anchorCtr="0" compatLnSpc="1">
        <a:spAutoFit/>
      </a:bodyPr>
      <a:lstStyle>
        <a:defPPr marL="119380" marR="0" indent="-119380" algn="ctr" defTabSz="914400" rtl="0" eaLnBrk="1" fontAlgn="base" latinLnBrk="0" hangingPunct="1">
          <a:lnSpc>
            <a:spcPct val="90000"/>
          </a:lnSpc>
          <a:spcBef>
            <a:spcPct val="50000"/>
          </a:spcBef>
          <a:spcAft>
            <a:spcPct val="0"/>
          </a:spcAft>
          <a:buClr>
            <a:schemeClr val="accent1"/>
          </a:buClr>
          <a:buSzTx/>
          <a:buFontTx/>
          <a:buNone/>
          <a:defRPr kumimoji="0" lang="en-US" sz="2000" b="1"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2075" tIns="46038" rIns="92075" bIns="46038" numCol="1" anchor="t" anchorCtr="0" compatLnSpc="1">
        <a:spAutoFit/>
      </a:bodyPr>
      <a:lstStyle>
        <a:defPPr marL="119380" marR="0" indent="-119380" algn="ctr" defTabSz="914400" rtl="0" eaLnBrk="1" fontAlgn="base" latinLnBrk="0" hangingPunct="1">
          <a:lnSpc>
            <a:spcPct val="90000"/>
          </a:lnSpc>
          <a:spcBef>
            <a:spcPct val="50000"/>
          </a:spcBef>
          <a:spcAft>
            <a:spcPct val="0"/>
          </a:spcAft>
          <a:buClr>
            <a:schemeClr val="accent1"/>
          </a:buClr>
          <a:buSzTx/>
          <a:buFontTx/>
          <a:buNone/>
          <a:defRPr kumimoji="0" lang="en-US" sz="2000" b="1"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Blank Presentation 1">
        <a:dk1>
          <a:srgbClr val="000000"/>
        </a:dk1>
        <a:lt1>
          <a:srgbClr val="FFFFFF"/>
        </a:lt1>
        <a:dk2>
          <a:srgbClr val="000000"/>
        </a:dk2>
        <a:lt2>
          <a:srgbClr val="777777"/>
        </a:lt2>
        <a:accent1>
          <a:srgbClr val="FD0000"/>
        </a:accent1>
        <a:accent2>
          <a:srgbClr val="C0C0C0"/>
        </a:accent2>
        <a:accent3>
          <a:srgbClr val="FFFFFF"/>
        </a:accent3>
        <a:accent4>
          <a:srgbClr val="000000"/>
        </a:accent4>
        <a:accent5>
          <a:srgbClr val="FEAAAA"/>
        </a:accent5>
        <a:accent6>
          <a:srgbClr val="AEAEAE"/>
        </a:accent6>
        <a:hlink>
          <a:srgbClr val="4D4D4D"/>
        </a:hlink>
        <a:folHlink>
          <a:srgbClr val="667263"/>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9786</Words>
  <Application>WPS 演示</Application>
  <PresentationFormat>全屏显示(4:3)</PresentationFormat>
  <Paragraphs>588</Paragraphs>
  <Slides>34</Slides>
  <Notes>46</Notes>
  <HiddenSlides>0</HiddenSlides>
  <MMClips>0</MMClips>
  <ScaleCrop>false</ScaleCrop>
  <HeadingPairs>
    <vt:vector size="6" baseType="variant">
      <vt:variant>
        <vt:lpstr>已用的字体</vt:lpstr>
      </vt:variant>
      <vt:variant>
        <vt:i4>22</vt:i4>
      </vt:variant>
      <vt:variant>
        <vt:lpstr>主题</vt:lpstr>
      </vt:variant>
      <vt:variant>
        <vt:i4>1</vt:i4>
      </vt:variant>
      <vt:variant>
        <vt:lpstr>幻灯片标题</vt:lpstr>
      </vt:variant>
      <vt:variant>
        <vt:i4>34</vt:i4>
      </vt:variant>
    </vt:vector>
  </HeadingPairs>
  <TitlesOfParts>
    <vt:vector size="57" baseType="lpstr">
      <vt:lpstr>Arial</vt:lpstr>
      <vt:lpstr>宋体</vt:lpstr>
      <vt:lpstr>Wingdings</vt:lpstr>
      <vt:lpstr>Verdana</vt:lpstr>
      <vt:lpstr>微软雅黑</vt:lpstr>
      <vt:lpstr>Vrinda</vt:lpstr>
      <vt:lpstr>Segoe UI Symbol</vt:lpstr>
      <vt:lpstr>Tahoma</vt:lpstr>
      <vt:lpstr>黑体</vt:lpstr>
      <vt:lpstr>PMingLiU</vt:lpstr>
      <vt:lpstr>Wingdings</vt:lpstr>
      <vt:lpstr>Times New Roman</vt:lpstr>
      <vt:lpstr>Calibri</vt:lpstr>
      <vt:lpstr>Arial</vt:lpstr>
      <vt:lpstr>PMingLiU-ExtB</vt:lpstr>
      <vt:lpstr>Arial Unicode MS</vt:lpstr>
      <vt:lpstr>DFKai-SB</vt:lpstr>
      <vt:lpstr>Webdings</vt:lpstr>
      <vt:lpstr>MingLiU-ExtB</vt:lpstr>
      <vt:lpstr>GungsuhChe</vt:lpstr>
      <vt:lpstr>Lucida Sans Typewriter</vt:lpstr>
      <vt:lpstr>Malgun Gothic</vt:lpstr>
      <vt:lpstr>1_Blank Presentation</vt:lpstr>
      <vt:lpstr>PowerPoint 演示文稿</vt:lpstr>
      <vt:lpstr>前言 －SQL分析与优化</vt:lpstr>
      <vt:lpstr>目录</vt:lpstr>
      <vt:lpstr>跟踪SQL语句(Tracing)</vt:lpstr>
      <vt:lpstr>手动跟踪SQL (I) </vt:lpstr>
      <vt:lpstr>手动跟踪SQL (II) </vt:lpstr>
      <vt:lpstr>手动跟踪SQL (III) </vt:lpstr>
      <vt:lpstr>目录</vt:lpstr>
      <vt:lpstr>测量(measurement)工具 – dbaccess and time</vt:lpstr>
      <vt:lpstr>SET EXPLAIN – 测量工具</vt:lpstr>
      <vt:lpstr>SET EXPLAIN - sqexplain.out (I)</vt:lpstr>
      <vt:lpstr>SET EXPLAIN - sqexplain.out (II)</vt:lpstr>
      <vt:lpstr>SET EXPLAIN</vt:lpstr>
      <vt:lpstr>Set Explain 范例</vt:lpstr>
      <vt:lpstr>SET EXPLAIN －范例：循序读取没有索引</vt:lpstr>
      <vt:lpstr>SET EXPLAIN 范例：建立索引后 －以索引读取</vt:lpstr>
      <vt:lpstr>SET EXPLAIN -“预计运行时间”最长的SQL语句</vt:lpstr>
      <vt:lpstr>目录</vt:lpstr>
      <vt:lpstr>SQL 优化 – 不正确的schema</vt:lpstr>
      <vt:lpstr>SQL 优化 – 不正确的condition</vt:lpstr>
      <vt:lpstr>SQL 优化 – 不正确的 SQL</vt:lpstr>
      <vt:lpstr>SQL 优化 – 不正确的编程</vt:lpstr>
      <vt:lpstr>SQL 优化 – 编程效率低</vt:lpstr>
      <vt:lpstr>SQL 优化 – 避免笛卡尔积</vt:lpstr>
      <vt:lpstr>SQL 优化 – Date 和 Time 函数</vt:lpstr>
      <vt:lpstr>SQL 优化 – 正则表达式</vt:lpstr>
      <vt:lpstr>SQL 优化 – 不包含首位的子字符串(1)</vt:lpstr>
      <vt:lpstr>PowerPoint 演示文稿</vt:lpstr>
      <vt:lpstr>PowerPoint 演示文稿</vt:lpstr>
      <vt:lpstr>SQL 优化 - Union</vt:lpstr>
      <vt:lpstr>SQL 优化 – 相关自连接(correlated self-join)</vt:lpstr>
      <vt:lpstr>结论(1)</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2016-01-19T06:14:00Z</dcterms:created>
  <dc:creator>shilipeng</dc:creator>
  <cp:lastModifiedBy>user</cp:lastModifiedBy>
  <dcterms:modified xsi:type="dcterms:W3CDTF">2020-01-08T06:03:21Z</dcterms:modified>
  <cp:revision>436</cp:revision>
  <dc:title>GBase 8t数据库架构</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2052-11.1.0.9175</vt:lpwstr>
  </property>
</Properties>
</file>